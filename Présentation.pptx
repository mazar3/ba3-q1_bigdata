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61" r:id="rId5"/>
    <p:sldId id="262" r:id="rId6"/>
    <p:sldId id="300" r:id="rId7"/>
    <p:sldId id="289" r:id="rId8"/>
    <p:sldId id="301" r:id="rId9"/>
    <p:sldId id="292" r:id="rId10"/>
    <p:sldId id="293" r:id="rId11"/>
    <p:sldId id="299" r:id="rId12"/>
    <p:sldId id="297" r:id="rId13"/>
    <p:sldId id="298" r:id="rId14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0C42"/>
    <a:srgbClr val="A80039"/>
    <a:srgbClr val="C44C4C"/>
    <a:srgbClr val="969696"/>
    <a:srgbClr val="00AB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E548B6-53AB-4C2C-B8E0-40DF6FDD5D37}" v="1243" dt="2025-01-14T21:18:11.506"/>
    <p1510:client id="{DFEBB8E5-1E58-813B-A476-15D8A75DB426}" v="1078" dt="2025-01-14T17:03:53.971"/>
    <p1510:client id="{F5462DD2-1E3B-8040-C283-0B50DA52D867}" v="118" dt="2025-01-14T16:36:25.4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672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Kebbab" userId="S::221433@umons.ac.be::19b19d5d-8397-4557-b31b-1e7007284228" providerId="AD" clId="Web-{F5462DD2-1E3B-8040-C283-0B50DA52D867}"/>
    <pc:docChg chg="addSld delSld modSld sldOrd">
      <pc:chgData name="Mohammed Kebbab" userId="S::221433@umons.ac.be::19b19d5d-8397-4557-b31b-1e7007284228" providerId="AD" clId="Web-{F5462DD2-1E3B-8040-C283-0B50DA52D867}" dt="2025-01-14T16:36:25.413" v="110" actId="1076"/>
      <pc:docMkLst>
        <pc:docMk/>
      </pc:docMkLst>
      <pc:sldChg chg="del">
        <pc:chgData name="Mohammed Kebbab" userId="S::221433@umons.ac.be::19b19d5d-8397-4557-b31b-1e7007284228" providerId="AD" clId="Web-{F5462DD2-1E3B-8040-C283-0B50DA52D867}" dt="2025-01-14T15:16:53.196" v="3"/>
        <pc:sldMkLst>
          <pc:docMk/>
          <pc:sldMk cId="0" sldId="263"/>
        </pc:sldMkLst>
      </pc:sldChg>
      <pc:sldChg chg="add replId">
        <pc:chgData name="Mohammed Kebbab" userId="S::221433@umons.ac.be::19b19d5d-8397-4557-b31b-1e7007284228" providerId="AD" clId="Web-{F5462DD2-1E3B-8040-C283-0B50DA52D867}" dt="2025-01-14T15:16:37.446" v="0"/>
        <pc:sldMkLst>
          <pc:docMk/>
          <pc:sldMk cId="2460125568" sldId="289"/>
        </pc:sldMkLst>
      </pc:sldChg>
      <pc:sldChg chg="add replId">
        <pc:chgData name="Mohammed Kebbab" userId="S::221433@umons.ac.be::19b19d5d-8397-4557-b31b-1e7007284228" providerId="AD" clId="Web-{F5462DD2-1E3B-8040-C283-0B50DA52D867}" dt="2025-01-14T15:16:40.743" v="1"/>
        <pc:sldMkLst>
          <pc:docMk/>
          <pc:sldMk cId="1998668239" sldId="290"/>
        </pc:sldMkLst>
      </pc:sldChg>
      <pc:sldChg chg="add replId">
        <pc:chgData name="Mohammed Kebbab" userId="S::221433@umons.ac.be::19b19d5d-8397-4557-b31b-1e7007284228" providerId="AD" clId="Web-{F5462DD2-1E3B-8040-C283-0B50DA52D867}" dt="2025-01-14T15:16:44.946" v="2"/>
        <pc:sldMkLst>
          <pc:docMk/>
          <pc:sldMk cId="1099469121" sldId="291"/>
        </pc:sldMkLst>
      </pc:sldChg>
      <pc:sldChg chg="addSp delSp modSp add mod replId modClrScheme chgLayout">
        <pc:chgData name="Mohammed Kebbab" userId="S::221433@umons.ac.be::19b19d5d-8397-4557-b31b-1e7007284228" providerId="AD" clId="Web-{F5462DD2-1E3B-8040-C283-0B50DA52D867}" dt="2025-01-14T15:19:45.983" v="26" actId="1076"/>
        <pc:sldMkLst>
          <pc:docMk/>
          <pc:sldMk cId="374046603" sldId="292"/>
        </pc:sldMkLst>
        <pc:spChg chg="del mod ord">
          <ac:chgData name="Mohammed Kebbab" userId="S::221433@umons.ac.be::19b19d5d-8397-4557-b31b-1e7007284228" providerId="AD" clId="Web-{F5462DD2-1E3B-8040-C283-0B50DA52D867}" dt="2025-01-14T15:19:13.138" v="20"/>
          <ac:spMkLst>
            <pc:docMk/>
            <pc:sldMk cId="374046603" sldId="292"/>
            <ac:spMk id="2" creationId="{00000000-0000-0000-0000-000000000000}"/>
          </ac:spMkLst>
        </pc:spChg>
        <pc:spChg chg="add del mod">
          <ac:chgData name="Mohammed Kebbab" userId="S::221433@umons.ac.be::19b19d5d-8397-4557-b31b-1e7007284228" providerId="AD" clId="Web-{F5462DD2-1E3B-8040-C283-0B50DA52D867}" dt="2025-01-14T15:19:18.232" v="21"/>
          <ac:spMkLst>
            <pc:docMk/>
            <pc:sldMk cId="374046603" sldId="292"/>
            <ac:spMk id="5" creationId="{96E60D7E-8F45-B10E-E095-F20EB8A92537}"/>
          </ac:spMkLst>
        </pc:spChg>
        <pc:spChg chg="mod">
          <ac:chgData name="Mohammed Kebbab" userId="S::221433@umons.ac.be::19b19d5d-8397-4557-b31b-1e7007284228" providerId="AD" clId="Web-{F5462DD2-1E3B-8040-C283-0B50DA52D867}" dt="2025-01-14T15:19:34.014" v="23" actId="1076"/>
          <ac:spMkLst>
            <pc:docMk/>
            <pc:sldMk cId="374046603" sldId="292"/>
            <ac:spMk id="32771" creationId="{00000000-0000-0000-0000-000000000000}"/>
          </ac:spMkLst>
        </pc:spChg>
        <pc:spChg chg="mod">
          <ac:chgData name="Mohammed Kebbab" userId="S::221433@umons.ac.be::19b19d5d-8397-4557-b31b-1e7007284228" providerId="AD" clId="Web-{F5462DD2-1E3B-8040-C283-0B50DA52D867}" dt="2025-01-14T15:18:43.919" v="17"/>
          <ac:spMkLst>
            <pc:docMk/>
            <pc:sldMk cId="374046603" sldId="292"/>
            <ac:spMk id="32772" creationId="{00000000-0000-0000-0000-000000000000}"/>
          </ac:spMkLst>
        </pc:spChg>
        <pc:spChg chg="mod">
          <ac:chgData name="Mohammed Kebbab" userId="S::221433@umons.ac.be::19b19d5d-8397-4557-b31b-1e7007284228" providerId="AD" clId="Web-{F5462DD2-1E3B-8040-C283-0B50DA52D867}" dt="2025-01-14T15:18:43.919" v="17"/>
          <ac:spMkLst>
            <pc:docMk/>
            <pc:sldMk cId="374046603" sldId="292"/>
            <ac:spMk id="32773" creationId="{00000000-0000-0000-0000-000000000000}"/>
          </ac:spMkLst>
        </pc:spChg>
        <pc:picChg chg="add mod ord">
          <ac:chgData name="Mohammed Kebbab" userId="S::221433@umons.ac.be::19b19d5d-8397-4557-b31b-1e7007284228" providerId="AD" clId="Web-{F5462DD2-1E3B-8040-C283-0B50DA52D867}" dt="2025-01-14T15:19:45.983" v="26" actId="1076"/>
          <ac:picMkLst>
            <pc:docMk/>
            <pc:sldMk cId="374046603" sldId="292"/>
            <ac:picMk id="3" creationId="{62442E13-0A06-DD3D-7BC4-304451A84987}"/>
          </ac:picMkLst>
        </pc:picChg>
      </pc:sldChg>
      <pc:sldChg chg="addSp delSp modSp add replId">
        <pc:chgData name="Mohammed Kebbab" userId="S::221433@umons.ac.be::19b19d5d-8397-4557-b31b-1e7007284228" providerId="AD" clId="Web-{F5462DD2-1E3B-8040-C283-0B50DA52D867}" dt="2025-01-14T16:07:32.913" v="69" actId="1076"/>
        <pc:sldMkLst>
          <pc:docMk/>
          <pc:sldMk cId="2047128419" sldId="293"/>
        </pc:sldMkLst>
        <pc:spChg chg="del mod">
          <ac:chgData name="Mohammed Kebbab" userId="S::221433@umons.ac.be::19b19d5d-8397-4557-b31b-1e7007284228" providerId="AD" clId="Web-{F5462DD2-1E3B-8040-C283-0B50DA52D867}" dt="2025-01-14T16:07:12.053" v="65"/>
          <ac:spMkLst>
            <pc:docMk/>
            <pc:sldMk cId="2047128419" sldId="293"/>
            <ac:spMk id="2" creationId="{00000000-0000-0000-0000-000000000000}"/>
          </ac:spMkLst>
        </pc:spChg>
        <pc:spChg chg="add del mod">
          <ac:chgData name="Mohammed Kebbab" userId="S::221433@umons.ac.be::19b19d5d-8397-4557-b31b-1e7007284228" providerId="AD" clId="Web-{F5462DD2-1E3B-8040-C283-0B50DA52D867}" dt="2025-01-14T16:07:15.631" v="66"/>
          <ac:spMkLst>
            <pc:docMk/>
            <pc:sldMk cId="2047128419" sldId="293"/>
            <ac:spMk id="6" creationId="{93708855-5135-E012-A9B1-D6372AB8F797}"/>
          </ac:spMkLst>
        </pc:spChg>
        <pc:spChg chg="mod">
          <ac:chgData name="Mohammed Kebbab" userId="S::221433@umons.ac.be::19b19d5d-8397-4557-b31b-1e7007284228" providerId="AD" clId="Web-{F5462DD2-1E3B-8040-C283-0B50DA52D867}" dt="2025-01-14T16:02:53.580" v="37" actId="20577"/>
          <ac:spMkLst>
            <pc:docMk/>
            <pc:sldMk cId="2047128419" sldId="293"/>
            <ac:spMk id="32771" creationId="{00000000-0000-0000-0000-000000000000}"/>
          </ac:spMkLst>
        </pc:spChg>
        <pc:picChg chg="add mod">
          <ac:chgData name="Mohammed Kebbab" userId="S::221433@umons.ac.be::19b19d5d-8397-4557-b31b-1e7007284228" providerId="AD" clId="Web-{F5462DD2-1E3B-8040-C283-0B50DA52D867}" dt="2025-01-14T16:07:23.710" v="67" actId="14100"/>
          <ac:picMkLst>
            <pc:docMk/>
            <pc:sldMk cId="2047128419" sldId="293"/>
            <ac:picMk id="3" creationId="{9AAE9FDB-F256-0D2A-4E3C-AC3FD40A9298}"/>
          </ac:picMkLst>
        </pc:picChg>
        <pc:picChg chg="add mod">
          <ac:chgData name="Mohammed Kebbab" userId="S::221433@umons.ac.be::19b19d5d-8397-4557-b31b-1e7007284228" providerId="AD" clId="Web-{F5462DD2-1E3B-8040-C283-0B50DA52D867}" dt="2025-01-14T16:07:32.913" v="69" actId="1076"/>
          <ac:picMkLst>
            <pc:docMk/>
            <pc:sldMk cId="2047128419" sldId="293"/>
            <ac:picMk id="4" creationId="{166A488D-9AD5-CD6B-EA49-9820186CCED6}"/>
          </ac:picMkLst>
        </pc:picChg>
      </pc:sldChg>
      <pc:sldChg chg="add replId">
        <pc:chgData name="Mohammed Kebbab" userId="S::221433@umons.ac.be::19b19d5d-8397-4557-b31b-1e7007284228" providerId="AD" clId="Web-{F5462DD2-1E3B-8040-C283-0B50DA52D867}" dt="2025-01-14T15:17:07.540" v="6"/>
        <pc:sldMkLst>
          <pc:docMk/>
          <pc:sldMk cId="1210742060" sldId="294"/>
        </pc:sldMkLst>
      </pc:sldChg>
      <pc:sldChg chg="add replId">
        <pc:chgData name="Mohammed Kebbab" userId="S::221433@umons.ac.be::19b19d5d-8397-4557-b31b-1e7007284228" providerId="AD" clId="Web-{F5462DD2-1E3B-8040-C283-0B50DA52D867}" dt="2025-01-14T15:17:08.493" v="7"/>
        <pc:sldMkLst>
          <pc:docMk/>
          <pc:sldMk cId="3197697678" sldId="295"/>
        </pc:sldMkLst>
      </pc:sldChg>
      <pc:sldChg chg="add replId">
        <pc:chgData name="Mohammed Kebbab" userId="S::221433@umons.ac.be::19b19d5d-8397-4557-b31b-1e7007284228" providerId="AD" clId="Web-{F5462DD2-1E3B-8040-C283-0B50DA52D867}" dt="2025-01-14T15:17:09.197" v="8"/>
        <pc:sldMkLst>
          <pc:docMk/>
          <pc:sldMk cId="2542612519" sldId="296"/>
        </pc:sldMkLst>
      </pc:sldChg>
      <pc:sldChg chg="addSp delSp modSp add ord replId">
        <pc:chgData name="Mohammed Kebbab" userId="S::221433@umons.ac.be::19b19d5d-8397-4557-b31b-1e7007284228" providerId="AD" clId="Web-{F5462DD2-1E3B-8040-C283-0B50DA52D867}" dt="2025-01-14T16:36:25.413" v="110" actId="1076"/>
        <pc:sldMkLst>
          <pc:docMk/>
          <pc:sldMk cId="3009719900" sldId="299"/>
        </pc:sldMkLst>
        <pc:spChg chg="del">
          <ac:chgData name="Mohammed Kebbab" userId="S::221433@umons.ac.be::19b19d5d-8397-4557-b31b-1e7007284228" providerId="AD" clId="Web-{F5462DD2-1E3B-8040-C283-0B50DA52D867}" dt="2025-01-14T16:11:02.716" v="80"/>
          <ac:spMkLst>
            <pc:docMk/>
            <pc:sldMk cId="3009719900" sldId="299"/>
            <ac:spMk id="2" creationId="{00000000-0000-0000-0000-000000000000}"/>
          </ac:spMkLst>
        </pc:spChg>
        <pc:spChg chg="add del mod">
          <ac:chgData name="Mohammed Kebbab" userId="S::221433@umons.ac.be::19b19d5d-8397-4557-b31b-1e7007284228" providerId="AD" clId="Web-{F5462DD2-1E3B-8040-C283-0B50DA52D867}" dt="2025-01-14T16:11:07.638" v="81"/>
          <ac:spMkLst>
            <pc:docMk/>
            <pc:sldMk cId="3009719900" sldId="299"/>
            <ac:spMk id="4" creationId="{3061989C-8A2E-7941-E4CF-5A5EAE9F3C13}"/>
          </ac:spMkLst>
        </pc:spChg>
        <pc:spChg chg="mod">
          <ac:chgData name="Mohammed Kebbab" userId="S::221433@umons.ac.be::19b19d5d-8397-4557-b31b-1e7007284228" providerId="AD" clId="Web-{F5462DD2-1E3B-8040-C283-0B50DA52D867}" dt="2025-01-14T16:36:25.413" v="110" actId="1076"/>
          <ac:spMkLst>
            <pc:docMk/>
            <pc:sldMk cId="3009719900" sldId="299"/>
            <ac:spMk id="32771" creationId="{00000000-0000-0000-0000-000000000000}"/>
          </ac:spMkLst>
        </pc:spChg>
        <pc:picChg chg="add mod">
          <ac:chgData name="Mohammed Kebbab" userId="S::221433@umons.ac.be::19b19d5d-8397-4557-b31b-1e7007284228" providerId="AD" clId="Web-{F5462DD2-1E3B-8040-C283-0B50DA52D867}" dt="2025-01-14T16:34:49.754" v="96" actId="1076"/>
          <ac:picMkLst>
            <pc:docMk/>
            <pc:sldMk cId="3009719900" sldId="299"/>
            <ac:picMk id="5" creationId="{10839143-CD2A-21F2-B183-FC652CD4D933}"/>
          </ac:picMkLst>
        </pc:picChg>
        <pc:picChg chg="add del mod">
          <ac:chgData name="Mohammed Kebbab" userId="S::221433@umons.ac.be::19b19d5d-8397-4557-b31b-1e7007284228" providerId="AD" clId="Web-{F5462DD2-1E3B-8040-C283-0B50DA52D867}" dt="2025-01-14T16:35:13.927" v="99"/>
          <ac:picMkLst>
            <pc:docMk/>
            <pc:sldMk cId="3009719900" sldId="299"/>
            <ac:picMk id="6" creationId="{1505A880-24CF-810C-2A08-C23E8B84E186}"/>
          </ac:picMkLst>
        </pc:picChg>
        <pc:picChg chg="add mod">
          <ac:chgData name="Mohammed Kebbab" userId="S::221433@umons.ac.be::19b19d5d-8397-4557-b31b-1e7007284228" providerId="AD" clId="Web-{F5462DD2-1E3B-8040-C283-0B50DA52D867}" dt="2025-01-14T16:34:53.629" v="98" actId="1076"/>
          <ac:picMkLst>
            <pc:docMk/>
            <pc:sldMk cId="3009719900" sldId="299"/>
            <ac:picMk id="7" creationId="{B248F01E-0141-1385-B4F3-FF5ABDDB82BB}"/>
          </ac:picMkLst>
        </pc:picChg>
        <pc:picChg chg="add mod">
          <ac:chgData name="Mohammed Kebbab" userId="S::221433@umons.ac.be::19b19d5d-8397-4557-b31b-1e7007284228" providerId="AD" clId="Web-{F5462DD2-1E3B-8040-C283-0B50DA52D867}" dt="2025-01-14T16:36:01.256" v="104" actId="1076"/>
          <ac:picMkLst>
            <pc:docMk/>
            <pc:sldMk cId="3009719900" sldId="299"/>
            <ac:picMk id="8" creationId="{606F4711-7256-1300-7590-DBC57559BA94}"/>
          </ac:picMkLst>
        </pc:picChg>
      </pc:sldChg>
    </pc:docChg>
  </pc:docChgLst>
  <pc:docChgLst>
    <pc:chgData name="Im-Ali Dudaev" userId="S::222290@umons.ac.be::1f8587af-f8b3-4bab-95e8-08bfc21f6ee1" providerId="AD" clId="Web-{DFEBB8E5-1E58-813B-A476-15D8A75DB426}"/>
    <pc:docChg chg="addSld delSld modSld">
      <pc:chgData name="Im-Ali Dudaev" userId="S::222290@umons.ac.be::1f8587af-f8b3-4bab-95e8-08bfc21f6ee1" providerId="AD" clId="Web-{DFEBB8E5-1E58-813B-A476-15D8A75DB426}" dt="2025-01-14T17:03:53.205" v="1105" actId="20577"/>
      <pc:docMkLst>
        <pc:docMk/>
      </pc:docMkLst>
      <pc:sldChg chg="modSp">
        <pc:chgData name="Im-Ali Dudaev" userId="S::222290@umons.ac.be::1f8587af-f8b3-4bab-95e8-08bfc21f6ee1" providerId="AD" clId="Web-{DFEBB8E5-1E58-813B-A476-15D8A75DB426}" dt="2025-01-14T17:02:53.203" v="1100" actId="20577"/>
        <pc:sldMkLst>
          <pc:docMk/>
          <pc:sldMk cId="0" sldId="262"/>
        </pc:sldMkLst>
        <pc:spChg chg="mod">
          <ac:chgData name="Im-Ali Dudaev" userId="S::222290@umons.ac.be::1f8587af-f8b3-4bab-95e8-08bfc21f6ee1" providerId="AD" clId="Web-{DFEBB8E5-1E58-813B-A476-15D8A75DB426}" dt="2025-01-14T17:02:53.203" v="1100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Im-Ali Dudaev" userId="S::222290@umons.ac.be::1f8587af-f8b3-4bab-95e8-08bfc21f6ee1" providerId="AD" clId="Web-{DFEBB8E5-1E58-813B-A476-15D8A75DB426}" dt="2025-01-14T16:27:52.241" v="709" actId="14100"/>
          <ac:spMkLst>
            <pc:docMk/>
            <pc:sldMk cId="0" sldId="262"/>
            <ac:spMk id="32771" creationId="{00000000-0000-0000-0000-000000000000}"/>
          </ac:spMkLst>
        </pc:spChg>
      </pc:sldChg>
      <pc:sldChg chg="addSp delSp modSp">
        <pc:chgData name="Im-Ali Dudaev" userId="S::222290@umons.ac.be::1f8587af-f8b3-4bab-95e8-08bfc21f6ee1" providerId="AD" clId="Web-{DFEBB8E5-1E58-813B-A476-15D8A75DB426}" dt="2025-01-14T17:03:53.205" v="1105" actId="20577"/>
        <pc:sldMkLst>
          <pc:docMk/>
          <pc:sldMk cId="2460125568" sldId="289"/>
        </pc:sldMkLst>
        <pc:spChg chg="del mod">
          <ac:chgData name="Im-Ali Dudaev" userId="S::222290@umons.ac.be::1f8587af-f8b3-4bab-95e8-08bfc21f6ee1" providerId="AD" clId="Web-{DFEBB8E5-1E58-813B-A476-15D8A75DB426}" dt="2025-01-14T16:29:09.290" v="764"/>
          <ac:spMkLst>
            <pc:docMk/>
            <pc:sldMk cId="2460125568" sldId="289"/>
            <ac:spMk id="2" creationId="{00000000-0000-0000-0000-000000000000}"/>
          </ac:spMkLst>
        </pc:spChg>
        <pc:spChg chg="add del mod">
          <ac:chgData name="Im-Ali Dudaev" userId="S::222290@umons.ac.be::1f8587af-f8b3-4bab-95e8-08bfc21f6ee1" providerId="AD" clId="Web-{DFEBB8E5-1E58-813B-A476-15D8A75DB426}" dt="2025-01-14T16:29:12.728" v="765"/>
          <ac:spMkLst>
            <pc:docMk/>
            <pc:sldMk cId="2460125568" sldId="289"/>
            <ac:spMk id="4" creationId="{C461A78A-0293-58EF-E13F-2F02EECAA9A4}"/>
          </ac:spMkLst>
        </pc:spChg>
        <pc:spChg chg="add mod">
          <ac:chgData name="Im-Ali Dudaev" userId="S::222290@umons.ac.be::1f8587af-f8b3-4bab-95e8-08bfc21f6ee1" providerId="AD" clId="Web-{DFEBB8E5-1E58-813B-A476-15D8A75DB426}" dt="2025-01-14T17:03:53.205" v="1105" actId="20577"/>
          <ac:spMkLst>
            <pc:docMk/>
            <pc:sldMk cId="2460125568" sldId="289"/>
            <ac:spMk id="7" creationId="{06FCD0F8-76AD-EE9E-3668-6F8CAD3E149D}"/>
          </ac:spMkLst>
        </pc:spChg>
        <pc:spChg chg="mod">
          <ac:chgData name="Im-Ali Dudaev" userId="S::222290@umons.ac.be::1f8587af-f8b3-4bab-95e8-08bfc21f6ee1" providerId="AD" clId="Web-{DFEBB8E5-1E58-813B-A476-15D8A75DB426}" dt="2025-01-14T16:35:19.159" v="845" actId="1076"/>
          <ac:spMkLst>
            <pc:docMk/>
            <pc:sldMk cId="2460125568" sldId="289"/>
            <ac:spMk id="32771" creationId="{00000000-0000-0000-0000-000000000000}"/>
          </ac:spMkLst>
        </pc:spChg>
        <pc:picChg chg="add mod">
          <ac:chgData name="Im-Ali Dudaev" userId="S::222290@umons.ac.be::1f8587af-f8b3-4bab-95e8-08bfc21f6ee1" providerId="AD" clId="Web-{DFEBB8E5-1E58-813B-A476-15D8A75DB426}" dt="2025-01-14T16:29:32.025" v="771" actId="1076"/>
          <ac:picMkLst>
            <pc:docMk/>
            <pc:sldMk cId="2460125568" sldId="289"/>
            <ac:picMk id="5" creationId="{2AE3B406-8DD0-DE23-FE91-553492A04F77}"/>
          </ac:picMkLst>
        </pc:picChg>
      </pc:sldChg>
      <pc:sldChg chg="del">
        <pc:chgData name="Im-Ali Dudaev" userId="S::222290@umons.ac.be::1f8587af-f8b3-4bab-95e8-08bfc21f6ee1" providerId="AD" clId="Web-{DFEBB8E5-1E58-813B-A476-15D8A75DB426}" dt="2025-01-14T16:36:33.583" v="846"/>
        <pc:sldMkLst>
          <pc:docMk/>
          <pc:sldMk cId="1998668239" sldId="290"/>
        </pc:sldMkLst>
      </pc:sldChg>
      <pc:sldChg chg="addSp delSp modSp add replId">
        <pc:chgData name="Im-Ali Dudaev" userId="S::222290@umons.ac.be::1f8587af-f8b3-4bab-95e8-08bfc21f6ee1" providerId="AD" clId="Web-{DFEBB8E5-1E58-813B-A476-15D8A75DB426}" dt="2025-01-14T16:59:11.697" v="1085" actId="20577"/>
        <pc:sldMkLst>
          <pc:docMk/>
          <pc:sldMk cId="1148576802" sldId="300"/>
        </pc:sldMkLst>
        <pc:spChg chg="add del mod">
          <ac:chgData name="Im-Ali Dudaev" userId="S::222290@umons.ac.be::1f8587af-f8b3-4bab-95e8-08bfc21f6ee1" providerId="AD" clId="Web-{DFEBB8E5-1E58-813B-A476-15D8A75DB426}" dt="2025-01-14T16:59:11.697" v="1085" actId="20577"/>
          <ac:spMkLst>
            <pc:docMk/>
            <pc:sldMk cId="1148576802" sldId="300"/>
            <ac:spMk id="2" creationId="{00000000-0000-0000-0000-000000000000}"/>
          </ac:spMkLst>
        </pc:spChg>
        <pc:spChg chg="add del mod">
          <ac:chgData name="Im-Ali Dudaev" userId="S::222290@umons.ac.be::1f8587af-f8b3-4bab-95e8-08bfc21f6ee1" providerId="AD" clId="Web-{DFEBB8E5-1E58-813B-A476-15D8A75DB426}" dt="2025-01-14T16:28:44.711" v="723"/>
          <ac:spMkLst>
            <pc:docMk/>
            <pc:sldMk cId="1148576802" sldId="300"/>
            <ac:spMk id="4" creationId="{3FB40EF3-6064-CB92-36E8-B533A2255D20}"/>
          </ac:spMkLst>
        </pc:spChg>
        <pc:spChg chg="add del mod">
          <ac:chgData name="Im-Ali Dudaev" userId="S::222290@umons.ac.be::1f8587af-f8b3-4bab-95e8-08bfc21f6ee1" providerId="AD" clId="Web-{DFEBB8E5-1E58-813B-A476-15D8A75DB426}" dt="2025-01-14T16:28:41.930" v="721"/>
          <ac:spMkLst>
            <pc:docMk/>
            <pc:sldMk cId="1148576802" sldId="300"/>
            <ac:spMk id="7" creationId="{8F6FEEC0-7A35-0B84-8A8C-4B11454F4E5F}"/>
          </ac:spMkLst>
        </pc:spChg>
        <pc:spChg chg="add del">
          <ac:chgData name="Im-Ali Dudaev" userId="S::222290@umons.ac.be::1f8587af-f8b3-4bab-95e8-08bfc21f6ee1" providerId="AD" clId="Web-{DFEBB8E5-1E58-813B-A476-15D8A75DB426}" dt="2025-01-14T16:28:44.711" v="723"/>
          <ac:spMkLst>
            <pc:docMk/>
            <pc:sldMk cId="1148576802" sldId="300"/>
            <ac:spMk id="32771" creationId="{00000000-0000-0000-0000-000000000000}"/>
          </ac:spMkLst>
        </pc:spChg>
        <pc:picChg chg="add del mod">
          <ac:chgData name="Im-Ali Dudaev" userId="S::222290@umons.ac.be::1f8587af-f8b3-4bab-95e8-08bfc21f6ee1" providerId="AD" clId="Web-{DFEBB8E5-1E58-813B-A476-15D8A75DB426}" dt="2025-01-14T16:28:43.008" v="722"/>
          <ac:picMkLst>
            <pc:docMk/>
            <pc:sldMk cId="1148576802" sldId="300"/>
            <ac:picMk id="5" creationId="{53BA7485-0D71-756B-ED64-09880AD48F58}"/>
          </ac:picMkLst>
        </pc:picChg>
        <pc:picChg chg="add del mod">
          <ac:chgData name="Im-Ali Dudaev" userId="S::222290@umons.ac.be::1f8587af-f8b3-4bab-95e8-08bfc21f6ee1" providerId="AD" clId="Web-{DFEBB8E5-1E58-813B-A476-15D8A75DB426}" dt="2025-01-14T16:27:59.507" v="711"/>
          <ac:picMkLst>
            <pc:docMk/>
            <pc:sldMk cId="1148576802" sldId="300"/>
            <ac:picMk id="8" creationId="{131F05FC-FB21-5913-3786-45418C8DD46B}"/>
          </ac:picMkLst>
        </pc:picChg>
        <pc:picChg chg="add del mod">
          <ac:chgData name="Im-Ali Dudaev" userId="S::222290@umons.ac.be::1f8587af-f8b3-4bab-95e8-08bfc21f6ee1" providerId="AD" clId="Web-{DFEBB8E5-1E58-813B-A476-15D8A75DB426}" dt="2025-01-14T16:28:35.680" v="715"/>
          <ac:picMkLst>
            <pc:docMk/>
            <pc:sldMk cId="1148576802" sldId="300"/>
            <ac:picMk id="9" creationId="{D3C69335-5287-53AD-2B31-315119B1F126}"/>
          </ac:picMkLst>
        </pc:picChg>
      </pc:sldChg>
      <pc:sldChg chg="addSp delSp modSp add replId">
        <pc:chgData name="Im-Ali Dudaev" userId="S::222290@umons.ac.be::1f8587af-f8b3-4bab-95e8-08bfc21f6ee1" providerId="AD" clId="Web-{DFEBB8E5-1E58-813B-A476-15D8A75DB426}" dt="2025-01-14T16:32:35.311" v="798" actId="14100"/>
        <pc:sldMkLst>
          <pc:docMk/>
          <pc:sldMk cId="1929781551" sldId="301"/>
        </pc:sldMkLst>
        <pc:spChg chg="del">
          <ac:chgData name="Im-Ali Dudaev" userId="S::222290@umons.ac.be::1f8587af-f8b3-4bab-95e8-08bfc21f6ee1" providerId="AD" clId="Web-{DFEBB8E5-1E58-813B-A476-15D8A75DB426}" dt="2025-01-14T16:31:57.560" v="797"/>
          <ac:spMkLst>
            <pc:docMk/>
            <pc:sldMk cId="1929781551" sldId="301"/>
            <ac:spMk id="7" creationId="{06FCD0F8-76AD-EE9E-3668-6F8CAD3E149D}"/>
          </ac:spMkLst>
        </pc:spChg>
        <pc:spChg chg="mod">
          <ac:chgData name="Im-Ali Dudaev" userId="S::222290@umons.ac.be::1f8587af-f8b3-4bab-95e8-08bfc21f6ee1" providerId="AD" clId="Web-{DFEBB8E5-1E58-813B-A476-15D8A75DB426}" dt="2025-01-14T16:31:55.888" v="796" actId="20577"/>
          <ac:spMkLst>
            <pc:docMk/>
            <pc:sldMk cId="1929781551" sldId="301"/>
            <ac:spMk id="32771" creationId="{00000000-0000-0000-0000-000000000000}"/>
          </ac:spMkLst>
        </pc:spChg>
        <pc:picChg chg="add mod">
          <ac:chgData name="Im-Ali Dudaev" userId="S::222290@umons.ac.be::1f8587af-f8b3-4bab-95e8-08bfc21f6ee1" providerId="AD" clId="Web-{DFEBB8E5-1E58-813B-A476-15D8A75DB426}" dt="2025-01-14T16:32:35.311" v="798" actId="14100"/>
          <ac:picMkLst>
            <pc:docMk/>
            <pc:sldMk cId="1929781551" sldId="301"/>
            <ac:picMk id="2" creationId="{2BFF48B7-3C92-67DD-69C7-0255CB05E504}"/>
          </ac:picMkLst>
        </pc:picChg>
        <pc:picChg chg="del">
          <ac:chgData name="Im-Ali Dudaev" userId="S::222290@umons.ac.be::1f8587af-f8b3-4bab-95e8-08bfc21f6ee1" providerId="AD" clId="Web-{DFEBB8E5-1E58-813B-A476-15D8A75DB426}" dt="2025-01-14T16:31:27.231" v="785"/>
          <ac:picMkLst>
            <pc:docMk/>
            <pc:sldMk cId="1929781551" sldId="301"/>
            <ac:picMk id="5" creationId="{2AE3B406-8DD0-DE23-FE91-553492A04F77}"/>
          </ac:picMkLst>
        </pc:picChg>
      </pc:sldChg>
    </pc:docChg>
  </pc:docChgLst>
  <pc:docChgLst>
    <pc:chgData name="Maximilien ZARIOH" userId="c7b43402-1c34-4012-beb7-c570d158b2af" providerId="ADAL" clId="{8BE548B6-53AB-4C2C-B8E0-40DF6FDD5D37}"/>
    <pc:docChg chg="undo redo custSel addSld delSld modSld sldOrd">
      <pc:chgData name="Maximilien ZARIOH" userId="c7b43402-1c34-4012-beb7-c570d158b2af" providerId="ADAL" clId="{8BE548B6-53AB-4C2C-B8E0-40DF6FDD5D37}" dt="2025-01-14T21:18:11.506" v="1255"/>
      <pc:docMkLst>
        <pc:docMk/>
      </pc:docMkLst>
      <pc:sldChg chg="addSp delSp modSp mod">
        <pc:chgData name="Maximilien ZARIOH" userId="c7b43402-1c34-4012-beb7-c570d158b2af" providerId="ADAL" clId="{8BE548B6-53AB-4C2C-B8E0-40DF6FDD5D37}" dt="2025-01-14T15:16:38.714" v="112" actId="1076"/>
        <pc:sldMkLst>
          <pc:docMk/>
          <pc:sldMk cId="0" sldId="261"/>
        </pc:sldMkLst>
        <pc:spChg chg="add del mod">
          <ac:chgData name="Maximilien ZARIOH" userId="c7b43402-1c34-4012-beb7-c570d158b2af" providerId="ADAL" clId="{8BE548B6-53AB-4C2C-B8E0-40DF6FDD5D37}" dt="2025-01-14T15:16:34.001" v="111" actId="478"/>
          <ac:spMkLst>
            <pc:docMk/>
            <pc:sldMk cId="0" sldId="261"/>
            <ac:spMk id="3" creationId="{48239124-6CE9-ED97-04CB-A0C3E87942AC}"/>
          </ac:spMkLst>
        </pc:spChg>
        <pc:spChg chg="mod">
          <ac:chgData name="Maximilien ZARIOH" userId="c7b43402-1c34-4012-beb7-c570d158b2af" providerId="ADAL" clId="{8BE548B6-53AB-4C2C-B8E0-40DF6FDD5D37}" dt="2025-01-14T15:15:22.513" v="35" actId="20577"/>
          <ac:spMkLst>
            <pc:docMk/>
            <pc:sldMk cId="0" sldId="261"/>
            <ac:spMk id="23554" creationId="{00000000-0000-0000-0000-000000000000}"/>
          </ac:spMkLst>
        </pc:spChg>
        <pc:spChg chg="mod">
          <ac:chgData name="Maximilien ZARIOH" userId="c7b43402-1c34-4012-beb7-c570d158b2af" providerId="ADAL" clId="{8BE548B6-53AB-4C2C-B8E0-40DF6FDD5D37}" dt="2025-01-14T14:58:30.825" v="27" actId="20577"/>
          <ac:spMkLst>
            <pc:docMk/>
            <pc:sldMk cId="0" sldId="261"/>
            <ac:spMk id="23555" creationId="{00000000-0000-0000-0000-000000000000}"/>
          </ac:spMkLst>
        </pc:spChg>
        <pc:spChg chg="del">
          <ac:chgData name="Maximilien ZARIOH" userId="c7b43402-1c34-4012-beb7-c570d158b2af" providerId="ADAL" clId="{8BE548B6-53AB-4C2C-B8E0-40DF6FDD5D37}" dt="2025-01-14T15:16:29.202" v="110" actId="478"/>
          <ac:spMkLst>
            <pc:docMk/>
            <pc:sldMk cId="0" sldId="261"/>
            <ac:spMk id="23556" creationId="{00000000-0000-0000-0000-000000000000}"/>
          </ac:spMkLst>
        </pc:spChg>
        <pc:spChg chg="mod">
          <ac:chgData name="Maximilien ZARIOH" userId="c7b43402-1c34-4012-beb7-c570d158b2af" providerId="ADAL" clId="{8BE548B6-53AB-4C2C-B8E0-40DF6FDD5D37}" dt="2025-01-14T15:16:38.714" v="112" actId="1076"/>
          <ac:spMkLst>
            <pc:docMk/>
            <pc:sldMk cId="0" sldId="261"/>
            <ac:spMk id="23557" creationId="{00000000-0000-0000-0000-000000000000}"/>
          </ac:spMkLst>
        </pc:spChg>
      </pc:sldChg>
      <pc:sldChg chg="modSp mod">
        <pc:chgData name="Maximilien ZARIOH" userId="c7b43402-1c34-4012-beb7-c570d158b2af" providerId="ADAL" clId="{8BE548B6-53AB-4C2C-B8E0-40DF6FDD5D37}" dt="2025-01-14T16:56:33.433" v="1245" actId="2711"/>
        <pc:sldMkLst>
          <pc:docMk/>
          <pc:sldMk cId="0" sldId="262"/>
        </pc:sldMkLst>
        <pc:spChg chg="mod">
          <ac:chgData name="Maximilien ZARIOH" userId="c7b43402-1c34-4012-beb7-c570d158b2af" providerId="ADAL" clId="{8BE548B6-53AB-4C2C-B8E0-40DF6FDD5D37}" dt="2025-01-14T16:56:33.433" v="1245" actId="2711"/>
          <ac:spMkLst>
            <pc:docMk/>
            <pc:sldMk cId="0" sldId="262"/>
            <ac:spMk id="2" creationId="{00000000-0000-0000-0000-000000000000}"/>
          </ac:spMkLst>
        </pc:spChg>
        <pc:spChg chg="mod">
          <ac:chgData name="Maximilien ZARIOH" userId="c7b43402-1c34-4012-beb7-c570d158b2af" providerId="ADAL" clId="{8BE548B6-53AB-4C2C-B8E0-40DF6FDD5D37}" dt="2025-01-14T16:35:58.091" v="1181" actId="20577"/>
          <ac:spMkLst>
            <pc:docMk/>
            <pc:sldMk cId="0" sldId="262"/>
            <ac:spMk id="32771" creationId="{00000000-0000-0000-0000-000000000000}"/>
          </ac:spMkLst>
        </pc:spChg>
        <pc:spChg chg="mod">
          <ac:chgData name="Maximilien ZARIOH" userId="c7b43402-1c34-4012-beb7-c570d158b2af" providerId="ADAL" clId="{8BE548B6-53AB-4C2C-B8E0-40DF6FDD5D37}" dt="2025-01-14T16:35:16.871" v="1173" actId="404"/>
          <ac:spMkLst>
            <pc:docMk/>
            <pc:sldMk cId="0" sldId="262"/>
            <ac:spMk id="32773" creationId="{00000000-0000-0000-0000-000000000000}"/>
          </ac:spMkLst>
        </pc:spChg>
      </pc:sldChg>
      <pc:sldChg chg="del">
        <pc:chgData name="Maximilien ZARIOH" userId="c7b43402-1c34-4012-beb7-c570d158b2af" providerId="ADAL" clId="{8BE548B6-53AB-4C2C-B8E0-40DF6FDD5D37}" dt="2025-01-14T15:35:25.235" v="952" actId="47"/>
        <pc:sldMkLst>
          <pc:docMk/>
          <pc:sldMk cId="0" sldId="266"/>
        </pc:sldMkLst>
      </pc:sldChg>
      <pc:sldChg chg="del">
        <pc:chgData name="Maximilien ZARIOH" userId="c7b43402-1c34-4012-beb7-c570d158b2af" providerId="ADAL" clId="{8BE548B6-53AB-4C2C-B8E0-40DF6FDD5D37}" dt="2025-01-14T15:35:26.104" v="953" actId="47"/>
        <pc:sldMkLst>
          <pc:docMk/>
          <pc:sldMk cId="0" sldId="267"/>
        </pc:sldMkLst>
      </pc:sldChg>
      <pc:sldChg chg="del">
        <pc:chgData name="Maximilien ZARIOH" userId="c7b43402-1c34-4012-beb7-c570d158b2af" providerId="ADAL" clId="{8BE548B6-53AB-4C2C-B8E0-40DF6FDD5D37}" dt="2025-01-14T15:35:27.061" v="954" actId="47"/>
        <pc:sldMkLst>
          <pc:docMk/>
          <pc:sldMk cId="0" sldId="268"/>
        </pc:sldMkLst>
      </pc:sldChg>
      <pc:sldChg chg="del">
        <pc:chgData name="Maximilien ZARIOH" userId="c7b43402-1c34-4012-beb7-c570d158b2af" providerId="ADAL" clId="{8BE548B6-53AB-4C2C-B8E0-40DF6FDD5D37}" dt="2025-01-14T15:35:27.976" v="955" actId="47"/>
        <pc:sldMkLst>
          <pc:docMk/>
          <pc:sldMk cId="0" sldId="269"/>
        </pc:sldMkLst>
      </pc:sldChg>
      <pc:sldChg chg="modSp del mod">
        <pc:chgData name="Maximilien ZARIOH" userId="c7b43402-1c34-4012-beb7-c570d158b2af" providerId="ADAL" clId="{8BE548B6-53AB-4C2C-B8E0-40DF6FDD5D37}" dt="2025-01-14T15:35:22.366" v="950" actId="47"/>
        <pc:sldMkLst>
          <pc:docMk/>
          <pc:sldMk cId="0" sldId="270"/>
        </pc:sldMkLst>
        <pc:spChg chg="mod">
          <ac:chgData name="Maximilien ZARIOH" userId="c7b43402-1c34-4012-beb7-c570d158b2af" providerId="ADAL" clId="{8BE548B6-53AB-4C2C-B8E0-40DF6FDD5D37}" dt="2025-01-14T15:28:26.950" v="819" actId="20577"/>
          <ac:spMkLst>
            <pc:docMk/>
            <pc:sldMk cId="0" sldId="270"/>
            <ac:spMk id="6" creationId="{00000000-0000-0000-0000-000000000000}"/>
          </ac:spMkLst>
        </pc:spChg>
      </pc:sldChg>
      <pc:sldChg chg="del">
        <pc:chgData name="Maximilien ZARIOH" userId="c7b43402-1c34-4012-beb7-c570d158b2af" providerId="ADAL" clId="{8BE548B6-53AB-4C2C-B8E0-40DF6FDD5D37}" dt="2025-01-14T15:35:24.190" v="951" actId="47"/>
        <pc:sldMkLst>
          <pc:docMk/>
          <pc:sldMk cId="0" sldId="275"/>
        </pc:sldMkLst>
      </pc:sldChg>
      <pc:sldChg chg="del">
        <pc:chgData name="Maximilien ZARIOH" userId="c7b43402-1c34-4012-beb7-c570d158b2af" providerId="ADAL" clId="{8BE548B6-53AB-4C2C-B8E0-40DF6FDD5D37}" dt="2025-01-14T15:16:45.396" v="113" actId="2696"/>
        <pc:sldMkLst>
          <pc:docMk/>
          <pc:sldMk cId="0" sldId="288"/>
        </pc:sldMkLst>
      </pc:sldChg>
      <pc:sldChg chg="modSp mod">
        <pc:chgData name="Maximilien ZARIOH" userId="c7b43402-1c34-4012-beb7-c570d158b2af" providerId="ADAL" clId="{8BE548B6-53AB-4C2C-B8E0-40DF6FDD5D37}" dt="2025-01-14T16:35:00.609" v="1169" actId="404"/>
        <pc:sldMkLst>
          <pc:docMk/>
          <pc:sldMk cId="2460125568" sldId="289"/>
        </pc:sldMkLst>
        <pc:spChg chg="mod">
          <ac:chgData name="Maximilien ZARIOH" userId="c7b43402-1c34-4012-beb7-c570d158b2af" providerId="ADAL" clId="{8BE548B6-53AB-4C2C-B8E0-40DF6FDD5D37}" dt="2025-01-14T16:34:07.733" v="1155" actId="1076"/>
          <ac:spMkLst>
            <pc:docMk/>
            <pc:sldMk cId="2460125568" sldId="289"/>
            <ac:spMk id="7" creationId="{06FCD0F8-76AD-EE9E-3668-6F8CAD3E149D}"/>
          </ac:spMkLst>
        </pc:spChg>
        <pc:spChg chg="mod">
          <ac:chgData name="Maximilien ZARIOH" userId="c7b43402-1c34-4012-beb7-c570d158b2af" providerId="ADAL" clId="{8BE548B6-53AB-4C2C-B8E0-40DF6FDD5D37}" dt="2025-01-14T16:34:37.497" v="1166" actId="1076"/>
          <ac:spMkLst>
            <pc:docMk/>
            <pc:sldMk cId="2460125568" sldId="289"/>
            <ac:spMk id="32771" creationId="{00000000-0000-0000-0000-000000000000}"/>
          </ac:spMkLst>
        </pc:spChg>
        <pc:spChg chg="mod">
          <ac:chgData name="Maximilien ZARIOH" userId="c7b43402-1c34-4012-beb7-c570d158b2af" providerId="ADAL" clId="{8BE548B6-53AB-4C2C-B8E0-40DF6FDD5D37}" dt="2025-01-14T16:35:00.609" v="1169" actId="404"/>
          <ac:spMkLst>
            <pc:docMk/>
            <pc:sldMk cId="2460125568" sldId="289"/>
            <ac:spMk id="32773" creationId="{00000000-0000-0000-0000-000000000000}"/>
          </ac:spMkLst>
        </pc:spChg>
        <pc:picChg chg="mod">
          <ac:chgData name="Maximilien ZARIOH" userId="c7b43402-1c34-4012-beb7-c570d158b2af" providerId="ADAL" clId="{8BE548B6-53AB-4C2C-B8E0-40DF6FDD5D37}" dt="2025-01-14T16:34:10.882" v="1157" actId="1076"/>
          <ac:picMkLst>
            <pc:docMk/>
            <pc:sldMk cId="2460125568" sldId="289"/>
            <ac:picMk id="5" creationId="{2AE3B406-8DD0-DE23-FE91-553492A04F77}"/>
          </ac:picMkLst>
        </pc:picChg>
      </pc:sldChg>
      <pc:sldChg chg="del">
        <pc:chgData name="Maximilien ZARIOH" userId="c7b43402-1c34-4012-beb7-c570d158b2af" providerId="ADAL" clId="{8BE548B6-53AB-4C2C-B8E0-40DF6FDD5D37}" dt="2025-01-14T15:35:21.386" v="949" actId="47"/>
        <pc:sldMkLst>
          <pc:docMk/>
          <pc:sldMk cId="1099469121" sldId="291"/>
        </pc:sldMkLst>
      </pc:sldChg>
      <pc:sldChg chg="modSp mod">
        <pc:chgData name="Maximilien ZARIOH" userId="c7b43402-1c34-4012-beb7-c570d158b2af" providerId="ADAL" clId="{8BE548B6-53AB-4C2C-B8E0-40DF6FDD5D37}" dt="2025-01-14T15:49:25.792" v="971" actId="1076"/>
        <pc:sldMkLst>
          <pc:docMk/>
          <pc:sldMk cId="374046603" sldId="292"/>
        </pc:sldMkLst>
        <pc:spChg chg="mod">
          <ac:chgData name="Maximilien ZARIOH" userId="c7b43402-1c34-4012-beb7-c570d158b2af" providerId="ADAL" clId="{8BE548B6-53AB-4C2C-B8E0-40DF6FDD5D37}" dt="2025-01-14T15:34:57.196" v="944" actId="27636"/>
          <ac:spMkLst>
            <pc:docMk/>
            <pc:sldMk cId="374046603" sldId="292"/>
            <ac:spMk id="32773" creationId="{00000000-0000-0000-0000-000000000000}"/>
          </ac:spMkLst>
        </pc:spChg>
        <pc:picChg chg="mod ord modCrop">
          <ac:chgData name="Maximilien ZARIOH" userId="c7b43402-1c34-4012-beb7-c570d158b2af" providerId="ADAL" clId="{8BE548B6-53AB-4C2C-B8E0-40DF6FDD5D37}" dt="2025-01-14T15:49:25.792" v="971" actId="1076"/>
          <ac:picMkLst>
            <pc:docMk/>
            <pc:sldMk cId="374046603" sldId="292"/>
            <ac:picMk id="3" creationId="{62442E13-0A06-DD3D-7BC4-304451A84987}"/>
          </ac:picMkLst>
        </pc:picChg>
      </pc:sldChg>
      <pc:sldChg chg="modSp mod">
        <pc:chgData name="Maximilien ZARIOH" userId="c7b43402-1c34-4012-beb7-c570d158b2af" providerId="ADAL" clId="{8BE548B6-53AB-4C2C-B8E0-40DF6FDD5D37}" dt="2025-01-14T16:53:41.677" v="1212" actId="404"/>
        <pc:sldMkLst>
          <pc:docMk/>
          <pc:sldMk cId="2047128419" sldId="293"/>
        </pc:sldMkLst>
        <pc:spChg chg="mod">
          <ac:chgData name="Maximilien ZARIOH" userId="c7b43402-1c34-4012-beb7-c570d158b2af" providerId="ADAL" clId="{8BE548B6-53AB-4C2C-B8E0-40DF6FDD5D37}" dt="2025-01-14T16:53:41.677" v="1212" actId="404"/>
          <ac:spMkLst>
            <pc:docMk/>
            <pc:sldMk cId="2047128419" sldId="293"/>
            <ac:spMk id="32773" creationId="{00000000-0000-0000-0000-000000000000}"/>
          </ac:spMkLst>
        </pc:spChg>
      </pc:sldChg>
      <pc:sldChg chg="del">
        <pc:chgData name="Maximilien ZARIOH" userId="c7b43402-1c34-4012-beb7-c570d158b2af" providerId="ADAL" clId="{8BE548B6-53AB-4C2C-B8E0-40DF6FDD5D37}" dt="2025-01-14T15:35:38.131" v="958" actId="47"/>
        <pc:sldMkLst>
          <pc:docMk/>
          <pc:sldMk cId="1210742060" sldId="294"/>
        </pc:sldMkLst>
      </pc:sldChg>
      <pc:sldChg chg="del">
        <pc:chgData name="Maximilien ZARIOH" userId="c7b43402-1c34-4012-beb7-c570d158b2af" providerId="ADAL" clId="{8BE548B6-53AB-4C2C-B8E0-40DF6FDD5D37}" dt="2025-01-14T15:35:33.893" v="957" actId="47"/>
        <pc:sldMkLst>
          <pc:docMk/>
          <pc:sldMk cId="3197697678" sldId="295"/>
        </pc:sldMkLst>
      </pc:sldChg>
      <pc:sldChg chg="del">
        <pc:chgData name="Maximilien ZARIOH" userId="c7b43402-1c34-4012-beb7-c570d158b2af" providerId="ADAL" clId="{8BE548B6-53AB-4C2C-B8E0-40DF6FDD5D37}" dt="2025-01-14T15:35:33.311" v="956" actId="47"/>
        <pc:sldMkLst>
          <pc:docMk/>
          <pc:sldMk cId="2542612519" sldId="296"/>
        </pc:sldMkLst>
      </pc:sldChg>
      <pc:sldChg chg="addSp delSp modSp add mod ord">
        <pc:chgData name="Maximilien ZARIOH" userId="c7b43402-1c34-4012-beb7-c570d158b2af" providerId="ADAL" clId="{8BE548B6-53AB-4C2C-B8E0-40DF6FDD5D37}" dt="2025-01-14T15:55:54.468" v="1129" actId="27636"/>
        <pc:sldMkLst>
          <pc:docMk/>
          <pc:sldMk cId="62197263" sldId="297"/>
        </pc:sldMkLst>
        <pc:spChg chg="del">
          <ac:chgData name="Maximilien ZARIOH" userId="c7b43402-1c34-4012-beb7-c570d158b2af" providerId="ADAL" clId="{8BE548B6-53AB-4C2C-B8E0-40DF6FDD5D37}" dt="2025-01-14T15:19:15.813" v="141" actId="478"/>
          <ac:spMkLst>
            <pc:docMk/>
            <pc:sldMk cId="62197263" sldId="297"/>
            <ac:spMk id="2" creationId="{4DA8FA67-144E-A75B-0989-A8B063BD94FD}"/>
          </ac:spMkLst>
        </pc:spChg>
        <pc:spChg chg="add mod">
          <ac:chgData name="Maximilien ZARIOH" userId="c7b43402-1c34-4012-beb7-c570d158b2af" providerId="ADAL" clId="{8BE548B6-53AB-4C2C-B8E0-40DF6FDD5D37}" dt="2025-01-14T15:55:54.468" v="1129" actId="27636"/>
          <ac:spMkLst>
            <pc:docMk/>
            <pc:sldMk cId="62197263" sldId="297"/>
            <ac:spMk id="4" creationId="{E456E278-B520-0E6B-CD33-A99728D856C3}"/>
          </ac:spMkLst>
        </pc:spChg>
        <pc:spChg chg="mod">
          <ac:chgData name="Maximilien ZARIOH" userId="c7b43402-1c34-4012-beb7-c570d158b2af" providerId="ADAL" clId="{8BE548B6-53AB-4C2C-B8E0-40DF6FDD5D37}" dt="2025-01-14T15:18:53.452" v="140" actId="20577"/>
          <ac:spMkLst>
            <pc:docMk/>
            <pc:sldMk cId="62197263" sldId="297"/>
            <ac:spMk id="32771" creationId="{0265D0F8-6BA6-E3D4-45D6-D11E5F56ABEF}"/>
          </ac:spMkLst>
        </pc:spChg>
        <pc:spChg chg="mod">
          <ac:chgData name="Maximilien ZARIOH" userId="c7b43402-1c34-4012-beb7-c570d158b2af" providerId="ADAL" clId="{8BE548B6-53AB-4C2C-B8E0-40DF6FDD5D37}" dt="2025-01-14T15:35:51.318" v="961" actId="6549"/>
          <ac:spMkLst>
            <pc:docMk/>
            <pc:sldMk cId="62197263" sldId="297"/>
            <ac:spMk id="32773" creationId="{3DD31512-0346-E7DF-DC41-F24489952C8D}"/>
          </ac:spMkLst>
        </pc:spChg>
      </pc:sldChg>
      <pc:sldChg chg="addSp delSp modSp new del mod">
        <pc:chgData name="Maximilien ZARIOH" userId="c7b43402-1c34-4012-beb7-c570d158b2af" providerId="ADAL" clId="{8BE548B6-53AB-4C2C-B8E0-40DF6FDD5D37}" dt="2025-01-14T15:33:25.822" v="841" actId="680"/>
        <pc:sldMkLst>
          <pc:docMk/>
          <pc:sldMk cId="1966712885" sldId="298"/>
        </pc:sldMkLst>
        <pc:spChg chg="mod">
          <ac:chgData name="Maximilien ZARIOH" userId="c7b43402-1c34-4012-beb7-c570d158b2af" providerId="ADAL" clId="{8BE548B6-53AB-4C2C-B8E0-40DF6FDD5D37}" dt="2025-01-14T15:33:20.080" v="837" actId="14100"/>
          <ac:spMkLst>
            <pc:docMk/>
            <pc:sldMk cId="1966712885" sldId="298"/>
            <ac:spMk id="3" creationId="{53561E4E-42B7-2806-A89C-15817EF7C540}"/>
          </ac:spMkLst>
        </pc:spChg>
        <pc:spChg chg="add del mod">
          <ac:chgData name="Maximilien ZARIOH" userId="c7b43402-1c34-4012-beb7-c570d158b2af" providerId="ADAL" clId="{8BE548B6-53AB-4C2C-B8E0-40DF6FDD5D37}" dt="2025-01-14T15:33:25.282" v="840" actId="14100"/>
          <ac:spMkLst>
            <pc:docMk/>
            <pc:sldMk cId="1966712885" sldId="298"/>
            <ac:spMk id="4" creationId="{7150E008-5F37-4764-A5C9-8AB4A7E2688B}"/>
          </ac:spMkLst>
        </pc:spChg>
        <pc:picChg chg="add mod">
          <ac:chgData name="Maximilien ZARIOH" userId="c7b43402-1c34-4012-beb7-c570d158b2af" providerId="ADAL" clId="{8BE548B6-53AB-4C2C-B8E0-40DF6FDD5D37}" dt="2025-01-14T15:31:11.017" v="826"/>
          <ac:picMkLst>
            <pc:docMk/>
            <pc:sldMk cId="1966712885" sldId="298"/>
            <ac:picMk id="7" creationId="{52CAA013-48FB-8858-E3E9-4095B83DA0FD}"/>
          </ac:picMkLst>
        </pc:picChg>
        <pc:picChg chg="add del mod ord">
          <ac:chgData name="Maximilien ZARIOH" userId="c7b43402-1c34-4012-beb7-c570d158b2af" providerId="ADAL" clId="{8BE548B6-53AB-4C2C-B8E0-40DF6FDD5D37}" dt="2025-01-14T15:33:11.420" v="830" actId="22"/>
          <ac:picMkLst>
            <pc:docMk/>
            <pc:sldMk cId="1966712885" sldId="298"/>
            <ac:picMk id="9" creationId="{640D7ED1-A605-0BF7-F5A0-95F3EA1E37D0}"/>
          </ac:picMkLst>
        </pc:picChg>
        <pc:picChg chg="add del mod ord">
          <ac:chgData name="Maximilien ZARIOH" userId="c7b43402-1c34-4012-beb7-c570d158b2af" providerId="ADAL" clId="{8BE548B6-53AB-4C2C-B8E0-40DF6FDD5D37}" dt="2025-01-14T15:33:15.607" v="833" actId="22"/>
          <ac:picMkLst>
            <pc:docMk/>
            <pc:sldMk cId="1966712885" sldId="298"/>
            <ac:picMk id="11" creationId="{DAD3201C-DBA3-968B-5DD0-A6B829D664B7}"/>
          </ac:picMkLst>
        </pc:picChg>
        <pc:picChg chg="add del mod ord">
          <ac:chgData name="Maximilien ZARIOH" userId="c7b43402-1c34-4012-beb7-c570d158b2af" providerId="ADAL" clId="{8BE548B6-53AB-4C2C-B8E0-40DF6FDD5D37}" dt="2025-01-14T15:33:20.438" v="838" actId="22"/>
          <ac:picMkLst>
            <pc:docMk/>
            <pc:sldMk cId="1966712885" sldId="298"/>
            <ac:picMk id="13" creationId="{B73CEAB6-AD1D-9A65-FC91-FAAACBDE8067}"/>
          </ac:picMkLst>
        </pc:picChg>
      </pc:sldChg>
      <pc:sldChg chg="addSp delSp modSp new mod">
        <pc:chgData name="Maximilien ZARIOH" userId="c7b43402-1c34-4012-beb7-c570d158b2af" providerId="ADAL" clId="{8BE548B6-53AB-4C2C-B8E0-40DF6FDD5D37}" dt="2025-01-14T21:18:11.506" v="1255"/>
        <pc:sldMkLst>
          <pc:docMk/>
          <pc:sldMk cId="4069784582" sldId="298"/>
        </pc:sldMkLst>
        <pc:spChg chg="add del">
          <ac:chgData name="Maximilien ZARIOH" userId="c7b43402-1c34-4012-beb7-c570d158b2af" providerId="ADAL" clId="{8BE548B6-53AB-4C2C-B8E0-40DF6FDD5D37}" dt="2025-01-14T15:33:49.312" v="845" actId="22"/>
          <ac:spMkLst>
            <pc:docMk/>
            <pc:sldMk cId="4069784582" sldId="298"/>
            <ac:spMk id="2" creationId="{456E93A3-5816-C2A2-78AE-0978A0429E84}"/>
          </ac:spMkLst>
        </pc:spChg>
        <pc:spChg chg="mod">
          <ac:chgData name="Maximilien ZARIOH" userId="c7b43402-1c34-4012-beb7-c570d158b2af" providerId="ADAL" clId="{8BE548B6-53AB-4C2C-B8E0-40DF6FDD5D37}" dt="2025-01-14T15:33:53.990" v="862" actId="20577"/>
          <ac:spMkLst>
            <pc:docMk/>
            <pc:sldMk cId="4069784582" sldId="298"/>
            <ac:spMk id="3" creationId="{CE59C067-1D40-2A39-D5FC-4A0ED536BCCF}"/>
          </ac:spMkLst>
        </pc:spChg>
        <pc:spChg chg="mod">
          <ac:chgData name="Maximilien ZARIOH" userId="c7b43402-1c34-4012-beb7-c570d158b2af" providerId="ADAL" clId="{8BE548B6-53AB-4C2C-B8E0-40DF6FDD5D37}" dt="2025-01-14T15:35:11.233" v="948" actId="404"/>
          <ac:spMkLst>
            <pc:docMk/>
            <pc:sldMk cId="4069784582" sldId="298"/>
            <ac:spMk id="5" creationId="{44C0AA89-4AAE-A4FD-1714-0667EAFF4CFC}"/>
          </ac:spMkLst>
        </pc:spChg>
        <pc:picChg chg="add del mod ord">
          <ac:chgData name="Maximilien ZARIOH" userId="c7b43402-1c34-4012-beb7-c570d158b2af" providerId="ADAL" clId="{8BE548B6-53AB-4C2C-B8E0-40DF6FDD5D37}" dt="2025-01-14T15:33:39.116" v="844" actId="22"/>
          <ac:picMkLst>
            <pc:docMk/>
            <pc:sldMk cId="4069784582" sldId="298"/>
            <ac:picMk id="7" creationId="{F65DCA78-1939-4D9E-216A-634DA1EACA73}"/>
          </ac:picMkLst>
        </pc:picChg>
        <pc:picChg chg="add mod ord">
          <ac:chgData name="Maximilien ZARIOH" userId="c7b43402-1c34-4012-beb7-c570d158b2af" providerId="ADAL" clId="{8BE548B6-53AB-4C2C-B8E0-40DF6FDD5D37}" dt="2025-01-14T21:18:11.506" v="1255"/>
          <ac:picMkLst>
            <pc:docMk/>
            <pc:sldMk cId="4069784582" sldId="298"/>
            <ac:picMk id="9" creationId="{280742AF-1942-8B80-995A-A09CCD33EFBA}"/>
          </ac:picMkLst>
        </pc:picChg>
      </pc:sldChg>
      <pc:sldChg chg="modSp mod">
        <pc:chgData name="Maximilien ZARIOH" userId="c7b43402-1c34-4012-beb7-c570d158b2af" providerId="ADAL" clId="{8BE548B6-53AB-4C2C-B8E0-40DF6FDD5D37}" dt="2025-01-14T16:53:45.571" v="1214" actId="404"/>
        <pc:sldMkLst>
          <pc:docMk/>
          <pc:sldMk cId="3009719900" sldId="299"/>
        </pc:sldMkLst>
        <pc:spChg chg="mod">
          <ac:chgData name="Maximilien ZARIOH" userId="c7b43402-1c34-4012-beb7-c570d158b2af" providerId="ADAL" clId="{8BE548B6-53AB-4C2C-B8E0-40DF6FDD5D37}" dt="2025-01-14T16:53:45.571" v="1214" actId="404"/>
          <ac:spMkLst>
            <pc:docMk/>
            <pc:sldMk cId="3009719900" sldId="299"/>
            <ac:spMk id="32773" creationId="{00000000-0000-0000-0000-000000000000}"/>
          </ac:spMkLst>
        </pc:spChg>
      </pc:sldChg>
      <pc:sldChg chg="modSp mod">
        <pc:chgData name="Maximilien ZARIOH" userId="c7b43402-1c34-4012-beb7-c570d158b2af" providerId="ADAL" clId="{8BE548B6-53AB-4C2C-B8E0-40DF6FDD5D37}" dt="2025-01-14T16:57:31.317" v="1254" actId="20577"/>
        <pc:sldMkLst>
          <pc:docMk/>
          <pc:sldMk cId="1148576802" sldId="300"/>
        </pc:sldMkLst>
        <pc:spChg chg="mod">
          <ac:chgData name="Maximilien ZARIOH" userId="c7b43402-1c34-4012-beb7-c570d158b2af" providerId="ADAL" clId="{8BE548B6-53AB-4C2C-B8E0-40DF6FDD5D37}" dt="2025-01-14T16:55:22.940" v="1244" actId="20577"/>
          <ac:spMkLst>
            <pc:docMk/>
            <pc:sldMk cId="1148576802" sldId="300"/>
            <ac:spMk id="2" creationId="{00000000-0000-0000-0000-000000000000}"/>
          </ac:spMkLst>
        </pc:spChg>
        <pc:spChg chg="mod">
          <ac:chgData name="Maximilien ZARIOH" userId="c7b43402-1c34-4012-beb7-c570d158b2af" providerId="ADAL" clId="{8BE548B6-53AB-4C2C-B8E0-40DF6FDD5D37}" dt="2025-01-14T16:57:31.317" v="1254" actId="20577"/>
          <ac:spMkLst>
            <pc:docMk/>
            <pc:sldMk cId="1148576802" sldId="300"/>
            <ac:spMk id="32771" creationId="{00000000-0000-0000-0000-000000000000}"/>
          </ac:spMkLst>
        </pc:spChg>
        <pc:spChg chg="mod">
          <ac:chgData name="Maximilien ZARIOH" userId="c7b43402-1c34-4012-beb7-c570d158b2af" providerId="ADAL" clId="{8BE548B6-53AB-4C2C-B8E0-40DF6FDD5D37}" dt="2025-01-14T16:53:26.836" v="1210" actId="404"/>
          <ac:spMkLst>
            <pc:docMk/>
            <pc:sldMk cId="1148576802" sldId="300"/>
            <ac:spMk id="32773" creationId="{00000000-0000-0000-0000-000000000000}"/>
          </ac:spMkLst>
        </pc:spChg>
      </pc:sldChg>
      <pc:sldChg chg="modSp mod">
        <pc:chgData name="Maximilien ZARIOH" userId="c7b43402-1c34-4012-beb7-c570d158b2af" providerId="ADAL" clId="{8BE548B6-53AB-4C2C-B8E0-40DF6FDD5D37}" dt="2025-01-14T16:35:06.449" v="1171" actId="404"/>
        <pc:sldMkLst>
          <pc:docMk/>
          <pc:sldMk cId="1929781551" sldId="301"/>
        </pc:sldMkLst>
        <pc:spChg chg="mod">
          <ac:chgData name="Maximilien ZARIOH" userId="c7b43402-1c34-4012-beb7-c570d158b2af" providerId="ADAL" clId="{8BE548B6-53AB-4C2C-B8E0-40DF6FDD5D37}" dt="2025-01-14T16:35:06.449" v="1171" actId="404"/>
          <ac:spMkLst>
            <pc:docMk/>
            <pc:sldMk cId="1929781551" sldId="301"/>
            <ac:spMk id="3277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BBAE6744-50FF-4EAC-B8F6-50FAD023CFA1}" type="datetimeFigureOut">
              <a:rPr lang="fr-FR"/>
              <a:pPr>
                <a:defRPr/>
              </a:pPr>
              <a:t>14/01/2025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57B4D2A2-2AC2-47F8-A6A5-A7DD71C98464}" type="slidenum">
              <a:rPr lang="fr-BE"/>
              <a:pPr>
                <a:defRPr/>
              </a:pPr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937136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FE4DB1C-F76D-47A0-9DEA-1E750A360BE4}" type="datetimeFigureOut">
              <a:rPr lang="fr-FR"/>
              <a:pPr>
                <a:defRPr/>
              </a:pPr>
              <a:t>14/01/2025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BE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BE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BD7F7ECF-42F4-4999-8AB5-B9CFFB894227}" type="slidenum">
              <a:rPr lang="fr-BE"/>
              <a:pPr>
                <a:defRPr/>
              </a:pPr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452533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tif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tif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tif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medecine &amp; pharma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50" y="185738"/>
            <a:ext cx="17049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Imag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3619" y="511175"/>
            <a:ext cx="6718300" cy="167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81225" y="3686176"/>
            <a:ext cx="6800850" cy="542924"/>
          </a:xfrm>
        </p:spPr>
        <p:txBody>
          <a:bodyPr>
            <a:noAutofit/>
          </a:bodyPr>
          <a:lstStyle>
            <a:lvl1pPr marL="342900" indent="-342900" algn="l">
              <a:buNone/>
              <a:defRPr kumimoji="0" lang="fr-BE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15" name="Titre 14"/>
          <p:cNvSpPr>
            <a:spLocks noGrp="1"/>
          </p:cNvSpPr>
          <p:nvPr>
            <p:ph type="title"/>
          </p:nvPr>
        </p:nvSpPr>
        <p:spPr>
          <a:xfrm>
            <a:off x="2181225" y="2370138"/>
            <a:ext cx="6829425" cy="1306512"/>
          </a:xfrm>
        </p:spPr>
        <p:txBody>
          <a:bodyPr>
            <a:noAutofit/>
          </a:bodyPr>
          <a:lstStyle>
            <a:lvl1pPr>
              <a:defRPr kumimoji="0" lang="fr-BE" sz="5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0"/>
          </p:nvPr>
        </p:nvSpPr>
        <p:spPr>
          <a:xfrm>
            <a:off x="2181225" y="4905375"/>
            <a:ext cx="6781800" cy="457200"/>
          </a:xfrm>
        </p:spPr>
        <p:txBody>
          <a:bodyPr/>
          <a:lstStyle>
            <a:lvl1pPr>
              <a:buNone/>
              <a:defRPr sz="20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Espace réservé du texte 17"/>
          <p:cNvSpPr>
            <a:spLocks noGrp="1"/>
          </p:cNvSpPr>
          <p:nvPr>
            <p:ph type="body" sz="quarter" idx="11"/>
          </p:nvPr>
        </p:nvSpPr>
        <p:spPr>
          <a:xfrm>
            <a:off x="2181225" y="4495800"/>
            <a:ext cx="6791325" cy="409575"/>
          </a:xfrm>
        </p:spPr>
        <p:txBody>
          <a:bodyPr>
            <a:no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9337" y="5780956"/>
            <a:ext cx="1870438" cy="834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itre Poly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50" y="185738"/>
            <a:ext cx="17049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8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7325" y="5907088"/>
            <a:ext cx="177800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Imag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02670" y="519113"/>
            <a:ext cx="6686548" cy="167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81225" y="3686176"/>
            <a:ext cx="6800850" cy="542924"/>
          </a:xfrm>
        </p:spPr>
        <p:txBody>
          <a:bodyPr>
            <a:noAutofit/>
          </a:bodyPr>
          <a:lstStyle>
            <a:lvl1pPr marL="342900" indent="-342900" algn="l">
              <a:buNone/>
              <a:defRPr kumimoji="0" lang="fr-BE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15" name="Titre 14"/>
          <p:cNvSpPr>
            <a:spLocks noGrp="1"/>
          </p:cNvSpPr>
          <p:nvPr>
            <p:ph type="title"/>
          </p:nvPr>
        </p:nvSpPr>
        <p:spPr>
          <a:xfrm>
            <a:off x="2181225" y="2370138"/>
            <a:ext cx="6829425" cy="1306512"/>
          </a:xfrm>
        </p:spPr>
        <p:txBody>
          <a:bodyPr>
            <a:noAutofit/>
          </a:bodyPr>
          <a:lstStyle>
            <a:lvl1pPr>
              <a:defRPr kumimoji="0" lang="fr-BE" sz="5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0"/>
          </p:nvPr>
        </p:nvSpPr>
        <p:spPr>
          <a:xfrm>
            <a:off x="2181225" y="4905375"/>
            <a:ext cx="6781800" cy="457200"/>
          </a:xfrm>
        </p:spPr>
        <p:txBody>
          <a:bodyPr/>
          <a:lstStyle>
            <a:lvl1pPr>
              <a:buNone/>
              <a:defRPr sz="20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Espace réservé du texte 17"/>
          <p:cNvSpPr>
            <a:spLocks noGrp="1"/>
          </p:cNvSpPr>
          <p:nvPr>
            <p:ph type="body" sz="quarter" idx="11"/>
          </p:nvPr>
        </p:nvSpPr>
        <p:spPr>
          <a:xfrm>
            <a:off x="2181225" y="4495800"/>
            <a:ext cx="6791325" cy="409575"/>
          </a:xfrm>
        </p:spPr>
        <p:txBody>
          <a:bodyPr>
            <a:no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psycho &amp; sciences édu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50" y="185738"/>
            <a:ext cx="17049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Imag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06637" y="523875"/>
            <a:ext cx="666750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itre 14"/>
          <p:cNvSpPr>
            <a:spLocks noGrp="1"/>
          </p:cNvSpPr>
          <p:nvPr>
            <p:ph type="title"/>
          </p:nvPr>
        </p:nvSpPr>
        <p:spPr>
          <a:xfrm>
            <a:off x="2181225" y="2370138"/>
            <a:ext cx="6829425" cy="1306512"/>
          </a:xfrm>
        </p:spPr>
        <p:txBody>
          <a:bodyPr>
            <a:noAutofit/>
          </a:bodyPr>
          <a:lstStyle>
            <a:lvl1pPr>
              <a:defRPr kumimoji="0" lang="fr-BE" sz="5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12" name="Sous-titre 2"/>
          <p:cNvSpPr>
            <a:spLocks noGrp="1"/>
          </p:cNvSpPr>
          <p:nvPr>
            <p:ph type="subTitle" idx="1"/>
          </p:nvPr>
        </p:nvSpPr>
        <p:spPr>
          <a:xfrm>
            <a:off x="2181225" y="3686176"/>
            <a:ext cx="6800850" cy="542924"/>
          </a:xfrm>
        </p:spPr>
        <p:txBody>
          <a:bodyPr>
            <a:noAutofit/>
          </a:bodyPr>
          <a:lstStyle>
            <a:lvl1pPr marL="342900" indent="-342900" algn="l">
              <a:buNone/>
              <a:defRPr kumimoji="0" lang="fr-BE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13" name="Espace réservé du texte 15"/>
          <p:cNvSpPr>
            <a:spLocks noGrp="1"/>
          </p:cNvSpPr>
          <p:nvPr>
            <p:ph type="body" sz="quarter" idx="10"/>
          </p:nvPr>
        </p:nvSpPr>
        <p:spPr>
          <a:xfrm>
            <a:off x="2181225" y="4905375"/>
            <a:ext cx="6781800" cy="457200"/>
          </a:xfrm>
        </p:spPr>
        <p:txBody>
          <a:bodyPr/>
          <a:lstStyle>
            <a:lvl1pPr>
              <a:buNone/>
              <a:defRPr sz="20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Espace réservé du texte 17"/>
          <p:cNvSpPr>
            <a:spLocks noGrp="1"/>
          </p:cNvSpPr>
          <p:nvPr>
            <p:ph type="body" sz="quarter" idx="11"/>
          </p:nvPr>
        </p:nvSpPr>
        <p:spPr>
          <a:xfrm>
            <a:off x="2181225" y="4495800"/>
            <a:ext cx="6791325" cy="409575"/>
          </a:xfrm>
        </p:spPr>
        <p:txBody>
          <a:bodyPr>
            <a:no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10" name="Image 9" descr="UMONS_Fac psy et siences educ_small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246490" y="5840963"/>
            <a:ext cx="1669774" cy="7563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itre Sci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050" y="514350"/>
            <a:ext cx="6724650" cy="1681162"/>
          </a:xfrm>
          <a:prstGeom prst="rect">
            <a:avLst/>
          </a:prstGeom>
        </p:spPr>
      </p:pic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50" y="185738"/>
            <a:ext cx="17049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81225" y="3686176"/>
            <a:ext cx="6800850" cy="542924"/>
          </a:xfrm>
        </p:spPr>
        <p:txBody>
          <a:bodyPr>
            <a:noAutofit/>
          </a:bodyPr>
          <a:lstStyle>
            <a:lvl1pPr marL="342900" indent="-342900" algn="l">
              <a:buNone/>
              <a:defRPr kumimoji="0" lang="fr-BE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15" name="Titre 14"/>
          <p:cNvSpPr>
            <a:spLocks noGrp="1"/>
          </p:cNvSpPr>
          <p:nvPr>
            <p:ph type="title"/>
          </p:nvPr>
        </p:nvSpPr>
        <p:spPr>
          <a:xfrm>
            <a:off x="2181225" y="2370138"/>
            <a:ext cx="6829425" cy="1306512"/>
          </a:xfrm>
        </p:spPr>
        <p:txBody>
          <a:bodyPr>
            <a:noAutofit/>
          </a:bodyPr>
          <a:lstStyle>
            <a:lvl1pPr>
              <a:defRPr kumimoji="0" lang="fr-BE" sz="5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0"/>
          </p:nvPr>
        </p:nvSpPr>
        <p:spPr>
          <a:xfrm>
            <a:off x="2181225" y="4905375"/>
            <a:ext cx="6781800" cy="457200"/>
          </a:xfrm>
        </p:spPr>
        <p:txBody>
          <a:bodyPr/>
          <a:lstStyle>
            <a:lvl1pPr>
              <a:buNone/>
              <a:defRPr sz="20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Espace réservé du texte 17"/>
          <p:cNvSpPr>
            <a:spLocks noGrp="1"/>
          </p:cNvSpPr>
          <p:nvPr>
            <p:ph type="body" sz="quarter" idx="11"/>
          </p:nvPr>
        </p:nvSpPr>
        <p:spPr>
          <a:xfrm>
            <a:off x="2181225" y="4495800"/>
            <a:ext cx="6791325" cy="409575"/>
          </a:xfrm>
        </p:spPr>
        <p:txBody>
          <a:bodyPr>
            <a:no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88065" name="Picture 1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0297" y="5748475"/>
            <a:ext cx="1740423" cy="89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50" y="185738"/>
            <a:ext cx="17049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81225" y="3686176"/>
            <a:ext cx="6800850" cy="542924"/>
          </a:xfrm>
        </p:spPr>
        <p:txBody>
          <a:bodyPr>
            <a:noAutofit/>
          </a:bodyPr>
          <a:lstStyle>
            <a:lvl1pPr marL="342900" indent="-342900" algn="l">
              <a:buNone/>
              <a:defRPr kumimoji="0" lang="fr-BE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15" name="Titre 14"/>
          <p:cNvSpPr>
            <a:spLocks noGrp="1"/>
          </p:cNvSpPr>
          <p:nvPr>
            <p:ph type="title"/>
          </p:nvPr>
        </p:nvSpPr>
        <p:spPr>
          <a:xfrm>
            <a:off x="2181225" y="2370138"/>
            <a:ext cx="6829425" cy="1306512"/>
          </a:xfrm>
        </p:spPr>
        <p:txBody>
          <a:bodyPr>
            <a:noAutofit/>
          </a:bodyPr>
          <a:lstStyle>
            <a:lvl1pPr>
              <a:defRPr kumimoji="0" lang="fr-BE" sz="5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0"/>
          </p:nvPr>
        </p:nvSpPr>
        <p:spPr>
          <a:xfrm>
            <a:off x="2181225" y="4905375"/>
            <a:ext cx="6781800" cy="457200"/>
          </a:xfrm>
        </p:spPr>
        <p:txBody>
          <a:bodyPr/>
          <a:lstStyle>
            <a:lvl1pPr>
              <a:buNone/>
              <a:defRPr sz="20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Espace réservé du texte 17"/>
          <p:cNvSpPr>
            <a:spLocks noGrp="1"/>
          </p:cNvSpPr>
          <p:nvPr>
            <p:ph type="body" sz="quarter" idx="11"/>
          </p:nvPr>
        </p:nvSpPr>
        <p:spPr>
          <a:xfrm>
            <a:off x="2181225" y="4495800"/>
            <a:ext cx="6791325" cy="409575"/>
          </a:xfrm>
        </p:spPr>
        <p:txBody>
          <a:bodyPr>
            <a:no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025" y="512417"/>
            <a:ext cx="6732394" cy="168309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39" y="5843451"/>
            <a:ext cx="1665030" cy="7043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itre Warocqu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50" y="185738"/>
            <a:ext cx="17049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Imag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98701" y="506413"/>
            <a:ext cx="6699248" cy="167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81225" y="3686176"/>
            <a:ext cx="6800850" cy="542924"/>
          </a:xfrm>
        </p:spPr>
        <p:txBody>
          <a:bodyPr>
            <a:noAutofit/>
          </a:bodyPr>
          <a:lstStyle>
            <a:lvl1pPr marL="342900" indent="-342900" algn="l">
              <a:buNone/>
              <a:defRPr kumimoji="0" lang="fr-BE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15" name="Titre 14"/>
          <p:cNvSpPr>
            <a:spLocks noGrp="1"/>
          </p:cNvSpPr>
          <p:nvPr>
            <p:ph type="title"/>
          </p:nvPr>
        </p:nvSpPr>
        <p:spPr>
          <a:xfrm>
            <a:off x="2181225" y="2370138"/>
            <a:ext cx="6829425" cy="1306512"/>
          </a:xfrm>
        </p:spPr>
        <p:txBody>
          <a:bodyPr>
            <a:noAutofit/>
          </a:bodyPr>
          <a:lstStyle>
            <a:lvl1pPr>
              <a:defRPr kumimoji="0" lang="fr-BE" sz="5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0"/>
          </p:nvPr>
        </p:nvSpPr>
        <p:spPr>
          <a:xfrm>
            <a:off x="2181225" y="4905375"/>
            <a:ext cx="6781800" cy="457200"/>
          </a:xfrm>
        </p:spPr>
        <p:txBody>
          <a:bodyPr/>
          <a:lstStyle>
            <a:lvl1pPr>
              <a:buNone/>
              <a:defRPr sz="20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Espace réservé du texte 17"/>
          <p:cNvSpPr>
            <a:spLocks noGrp="1"/>
          </p:cNvSpPr>
          <p:nvPr>
            <p:ph type="body" sz="quarter" idx="11"/>
          </p:nvPr>
        </p:nvSpPr>
        <p:spPr>
          <a:xfrm>
            <a:off x="2181225" y="4495800"/>
            <a:ext cx="6791325" cy="409575"/>
          </a:xfrm>
        </p:spPr>
        <p:txBody>
          <a:bodyPr>
            <a:no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66" y="5628186"/>
            <a:ext cx="1386942" cy="9250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IS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50" y="185738"/>
            <a:ext cx="17049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Imag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01875" y="515938"/>
            <a:ext cx="6692900" cy="167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81225" y="3686176"/>
            <a:ext cx="6800850" cy="542924"/>
          </a:xfrm>
        </p:spPr>
        <p:txBody>
          <a:bodyPr>
            <a:noAutofit/>
          </a:bodyPr>
          <a:lstStyle>
            <a:lvl1pPr marL="342900" indent="-342900" algn="l">
              <a:buNone/>
              <a:defRPr kumimoji="0" lang="fr-BE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15" name="Titre 14"/>
          <p:cNvSpPr>
            <a:spLocks noGrp="1"/>
          </p:cNvSpPr>
          <p:nvPr>
            <p:ph type="title"/>
          </p:nvPr>
        </p:nvSpPr>
        <p:spPr>
          <a:xfrm>
            <a:off x="2181225" y="2370138"/>
            <a:ext cx="6829425" cy="1306512"/>
          </a:xfrm>
        </p:spPr>
        <p:txBody>
          <a:bodyPr>
            <a:noAutofit/>
          </a:bodyPr>
          <a:lstStyle>
            <a:lvl1pPr>
              <a:defRPr kumimoji="0" lang="fr-BE" sz="5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0"/>
          </p:nvPr>
        </p:nvSpPr>
        <p:spPr>
          <a:xfrm>
            <a:off x="2181225" y="4905375"/>
            <a:ext cx="6781800" cy="457200"/>
          </a:xfrm>
        </p:spPr>
        <p:txBody>
          <a:bodyPr/>
          <a:lstStyle>
            <a:lvl1pPr>
              <a:buNone/>
              <a:defRPr sz="20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Espace réservé du texte 17"/>
          <p:cNvSpPr>
            <a:spLocks noGrp="1"/>
          </p:cNvSpPr>
          <p:nvPr>
            <p:ph type="body" sz="quarter" idx="11"/>
          </p:nvPr>
        </p:nvSpPr>
        <p:spPr>
          <a:xfrm>
            <a:off x="2181225" y="4495800"/>
            <a:ext cx="6791325" cy="409575"/>
          </a:xfrm>
        </p:spPr>
        <p:txBody>
          <a:bodyPr>
            <a:no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5991497"/>
            <a:ext cx="1612940" cy="4776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ro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50" y="185738"/>
            <a:ext cx="17049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Imag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4412" y="519113"/>
            <a:ext cx="6718300" cy="167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81225" y="3686176"/>
            <a:ext cx="6800850" cy="542924"/>
          </a:xfrm>
        </p:spPr>
        <p:txBody>
          <a:bodyPr>
            <a:noAutofit/>
          </a:bodyPr>
          <a:lstStyle>
            <a:lvl1pPr marL="342900" indent="-342900" algn="l">
              <a:buNone/>
              <a:defRPr kumimoji="0" lang="fr-BE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15" name="Titre 14"/>
          <p:cNvSpPr>
            <a:spLocks noGrp="1"/>
          </p:cNvSpPr>
          <p:nvPr>
            <p:ph type="title"/>
          </p:nvPr>
        </p:nvSpPr>
        <p:spPr>
          <a:xfrm>
            <a:off x="2181225" y="2370138"/>
            <a:ext cx="6829425" cy="1306512"/>
          </a:xfrm>
        </p:spPr>
        <p:txBody>
          <a:bodyPr>
            <a:noAutofit/>
          </a:bodyPr>
          <a:lstStyle>
            <a:lvl1pPr>
              <a:defRPr kumimoji="0" lang="fr-BE" sz="5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0"/>
          </p:nvPr>
        </p:nvSpPr>
        <p:spPr>
          <a:xfrm>
            <a:off x="2181225" y="4905375"/>
            <a:ext cx="6781800" cy="457200"/>
          </a:xfrm>
        </p:spPr>
        <p:txBody>
          <a:bodyPr/>
          <a:lstStyle>
            <a:lvl1pPr>
              <a:buNone/>
              <a:defRPr sz="20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Espace réservé du texte 17"/>
          <p:cNvSpPr>
            <a:spLocks noGrp="1"/>
          </p:cNvSpPr>
          <p:nvPr>
            <p:ph type="body" sz="quarter" idx="11"/>
          </p:nvPr>
        </p:nvSpPr>
        <p:spPr>
          <a:xfrm>
            <a:off x="2181225" y="4495800"/>
            <a:ext cx="6791325" cy="409575"/>
          </a:xfrm>
        </p:spPr>
        <p:txBody>
          <a:bodyPr>
            <a:no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5721531"/>
            <a:ext cx="1446794" cy="8151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598" y="508240"/>
            <a:ext cx="6731452" cy="1682863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50" y="185738"/>
            <a:ext cx="17049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81225" y="3686176"/>
            <a:ext cx="6800850" cy="542924"/>
          </a:xfrm>
        </p:spPr>
        <p:txBody>
          <a:bodyPr>
            <a:noAutofit/>
          </a:bodyPr>
          <a:lstStyle>
            <a:lvl1pPr marL="342900" indent="-342900" algn="l">
              <a:buNone/>
              <a:defRPr kumimoji="0" lang="fr-BE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15" name="Titre 14"/>
          <p:cNvSpPr>
            <a:spLocks noGrp="1"/>
          </p:cNvSpPr>
          <p:nvPr>
            <p:ph type="title"/>
          </p:nvPr>
        </p:nvSpPr>
        <p:spPr>
          <a:xfrm>
            <a:off x="2181225" y="2370138"/>
            <a:ext cx="6829425" cy="1306512"/>
          </a:xfrm>
        </p:spPr>
        <p:txBody>
          <a:bodyPr>
            <a:noAutofit/>
          </a:bodyPr>
          <a:lstStyle>
            <a:lvl1pPr>
              <a:defRPr kumimoji="0" lang="fr-BE" sz="5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0"/>
          </p:nvPr>
        </p:nvSpPr>
        <p:spPr>
          <a:xfrm>
            <a:off x="2181225" y="4905375"/>
            <a:ext cx="6781800" cy="457200"/>
          </a:xfrm>
        </p:spPr>
        <p:txBody>
          <a:bodyPr/>
          <a:lstStyle>
            <a:lvl1pPr>
              <a:buNone/>
              <a:defRPr sz="20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Espace réservé du texte 17"/>
          <p:cNvSpPr>
            <a:spLocks noGrp="1"/>
          </p:cNvSpPr>
          <p:nvPr>
            <p:ph type="body" sz="quarter" idx="11"/>
          </p:nvPr>
        </p:nvSpPr>
        <p:spPr>
          <a:xfrm>
            <a:off x="2181225" y="4495800"/>
            <a:ext cx="6791325" cy="409575"/>
          </a:xfrm>
        </p:spPr>
        <p:txBody>
          <a:bodyPr>
            <a:no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82947" name="Picture 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1589" y="5773535"/>
            <a:ext cx="1803667" cy="85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Archit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50" y="185738"/>
            <a:ext cx="17049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Imag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98701" y="515938"/>
            <a:ext cx="6699248" cy="167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81225" y="3686176"/>
            <a:ext cx="6800850" cy="542924"/>
          </a:xfrm>
        </p:spPr>
        <p:txBody>
          <a:bodyPr>
            <a:noAutofit/>
          </a:bodyPr>
          <a:lstStyle>
            <a:lvl1pPr marL="342900" indent="-342900" algn="l">
              <a:buNone/>
              <a:defRPr kumimoji="0" lang="fr-BE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15" name="Titre 14"/>
          <p:cNvSpPr>
            <a:spLocks noGrp="1"/>
          </p:cNvSpPr>
          <p:nvPr>
            <p:ph type="title"/>
          </p:nvPr>
        </p:nvSpPr>
        <p:spPr>
          <a:xfrm>
            <a:off x="2181225" y="2370138"/>
            <a:ext cx="6829425" cy="1306512"/>
          </a:xfrm>
        </p:spPr>
        <p:txBody>
          <a:bodyPr>
            <a:noAutofit/>
          </a:bodyPr>
          <a:lstStyle>
            <a:lvl1pPr>
              <a:defRPr kumimoji="0" lang="fr-BE" sz="5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0"/>
          </p:nvPr>
        </p:nvSpPr>
        <p:spPr>
          <a:xfrm>
            <a:off x="2181225" y="4905375"/>
            <a:ext cx="6781800" cy="457200"/>
          </a:xfrm>
        </p:spPr>
        <p:txBody>
          <a:bodyPr/>
          <a:lstStyle>
            <a:lvl1pPr>
              <a:buNone/>
              <a:defRPr sz="20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Espace réservé du texte 17"/>
          <p:cNvSpPr>
            <a:spLocks noGrp="1"/>
          </p:cNvSpPr>
          <p:nvPr>
            <p:ph type="body" sz="quarter" idx="11"/>
          </p:nvPr>
        </p:nvSpPr>
        <p:spPr>
          <a:xfrm>
            <a:off x="2181225" y="4495800"/>
            <a:ext cx="6791325" cy="409575"/>
          </a:xfrm>
        </p:spPr>
        <p:txBody>
          <a:bodyPr>
            <a:no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81921" name="Picture 1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0697" y="5768156"/>
            <a:ext cx="1850028" cy="912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rvices Génér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50" y="185738"/>
            <a:ext cx="17049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ZoneTexte 7"/>
          <p:cNvSpPr txBox="1"/>
          <p:nvPr userDrawn="1"/>
        </p:nvSpPr>
        <p:spPr>
          <a:xfrm>
            <a:off x="2257423" y="447674"/>
            <a:ext cx="6743701" cy="1343026"/>
          </a:xfrm>
          <a:prstGeom prst="rect">
            <a:avLst/>
          </a:prstGeom>
          <a:effectLst>
            <a:outerShdw blurRad="127000" dir="2700000" algn="tl" rotWithShape="0">
              <a:prstClr val="black"/>
            </a:outerShdw>
          </a:effectLst>
        </p:spPr>
        <p:txBody>
          <a:bodyPr wrap="none">
            <a:normAutofit/>
          </a:bodyPr>
          <a:lstStyle/>
          <a:p>
            <a:pPr marL="342900" indent="-342900" eaLnBrk="0" hangingPunct="0">
              <a:buFont typeface="Arial" pitchFamily="34" charset="0"/>
              <a:buNone/>
              <a:defRPr/>
            </a:pPr>
            <a:endParaRPr lang="fr-BE" sz="3600">
              <a:solidFill>
                <a:schemeClr val="bg1"/>
              </a:solidFill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81225" y="3686176"/>
            <a:ext cx="6800850" cy="542924"/>
          </a:xfrm>
        </p:spPr>
        <p:txBody>
          <a:bodyPr>
            <a:noAutofit/>
          </a:bodyPr>
          <a:lstStyle>
            <a:lvl1pPr marL="342900" indent="-342900" algn="l">
              <a:buNone/>
              <a:defRPr kumimoji="0" lang="fr-BE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15" name="Titre 14"/>
          <p:cNvSpPr>
            <a:spLocks noGrp="1"/>
          </p:cNvSpPr>
          <p:nvPr>
            <p:ph type="title"/>
          </p:nvPr>
        </p:nvSpPr>
        <p:spPr>
          <a:xfrm>
            <a:off x="2181225" y="2370138"/>
            <a:ext cx="6829425" cy="1306512"/>
          </a:xfrm>
        </p:spPr>
        <p:txBody>
          <a:bodyPr>
            <a:noAutofit/>
          </a:bodyPr>
          <a:lstStyle>
            <a:lvl1pPr>
              <a:defRPr kumimoji="0" lang="fr-BE" sz="5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Times New Roman" pitchFamily="18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0"/>
          </p:nvPr>
        </p:nvSpPr>
        <p:spPr>
          <a:xfrm>
            <a:off x="2181225" y="4905375"/>
            <a:ext cx="6781800" cy="457200"/>
          </a:xfrm>
        </p:spPr>
        <p:txBody>
          <a:bodyPr/>
          <a:lstStyle>
            <a:lvl1pPr>
              <a:buNone/>
              <a:defRPr sz="20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Espace réservé du texte 17"/>
          <p:cNvSpPr>
            <a:spLocks noGrp="1"/>
          </p:cNvSpPr>
          <p:nvPr>
            <p:ph type="body" sz="quarter" idx="11"/>
          </p:nvPr>
        </p:nvSpPr>
        <p:spPr>
          <a:xfrm>
            <a:off x="2181225" y="4495800"/>
            <a:ext cx="6791325" cy="409575"/>
          </a:xfrm>
        </p:spPr>
        <p:txBody>
          <a:bodyPr>
            <a:no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94210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5999" y="517525"/>
            <a:ext cx="6734175" cy="1683543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269" t="20290" r="13968" b="25948"/>
          <a:stretch>
            <a:fillRect/>
          </a:stretch>
        </p:blipFill>
        <p:spPr bwMode="auto">
          <a:xfrm>
            <a:off x="0" y="6580188"/>
            <a:ext cx="914400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4"/>
          <p:cNvSpPr txBox="1"/>
          <p:nvPr userDrawn="1"/>
        </p:nvSpPr>
        <p:spPr>
          <a:xfrm>
            <a:off x="-9525" y="6543675"/>
            <a:ext cx="222885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600" b="1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Université de Mons</a:t>
            </a:r>
            <a:endParaRPr lang="fr-BE" sz="1600" b="1">
              <a:solidFill>
                <a:schemeClr val="bg1">
                  <a:lumMod val="6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Tx/>
              <a:buNone/>
              <a:defRPr kumimoji="0" lang="fr-FR" sz="3200" b="0" i="0" u="none" strike="noStrike" kern="1200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defRPr>
            </a:lvl1pPr>
            <a:lvl2pPr marL="180975" indent="-180975">
              <a:buClr>
                <a:srgbClr val="00ABCC"/>
              </a:buClr>
              <a:buFont typeface="Wingdings" pitchFamily="2" charset="2"/>
              <a:buChar char="§"/>
              <a:defRPr kumimoji="0" lang="fr-FR" sz="24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2pPr>
            <a:lvl3pPr marL="447675" indent="-180975">
              <a:buClr>
                <a:srgbClr val="C44C4C"/>
              </a:buClr>
              <a:buFont typeface="Wingdings" pitchFamily="2" charset="2"/>
              <a:buChar char="§"/>
              <a:defRPr kumimoji="0" lang="fr-FR" sz="20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3pPr>
            <a:lvl4pPr marL="714375" indent="-180975">
              <a:buClr>
                <a:schemeClr val="bg1">
                  <a:lumMod val="65000"/>
                </a:schemeClr>
              </a:buClr>
              <a:buFont typeface="Wingdings" pitchFamily="2" charset="2"/>
              <a:buChar char="§"/>
              <a:defRPr sz="1800"/>
            </a:lvl4pPr>
            <a:lvl5pPr marL="990600" indent="-171450"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1" name="Titre 10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6" name="Espace réservé du numéro de diapositive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4D0D07-BA6C-4CE2-85E1-215477AE30BF}" type="slidenum">
              <a:rPr lang="fr-BE"/>
              <a:pPr>
                <a:defRPr/>
              </a:pPr>
              <a:t>‹N°›</a:t>
            </a:fld>
            <a:endParaRPr lang="fr-BE"/>
          </a:p>
        </p:txBody>
      </p:sp>
      <p:sp>
        <p:nvSpPr>
          <p:cNvPr id="7" name="Espace réservé du pied de page 1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BE"/>
              <a:t>Prof. Untel     |     Service Untel     (voir pied de page dans le menu Powerpoint)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 à gauche, 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269" t="20290" r="13968" b="25948"/>
          <a:stretch>
            <a:fillRect/>
          </a:stretch>
        </p:blipFill>
        <p:spPr bwMode="auto">
          <a:xfrm>
            <a:off x="0" y="6580188"/>
            <a:ext cx="914400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 userDrawn="1"/>
        </p:nvSpPr>
        <p:spPr>
          <a:xfrm>
            <a:off x="-9525" y="6543675"/>
            <a:ext cx="222885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600" b="1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Université de Mons</a:t>
            </a:r>
            <a:endParaRPr lang="fr-BE" sz="1600" b="1">
              <a:solidFill>
                <a:schemeClr val="bg1">
                  <a:lumMod val="6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19350" y="274638"/>
            <a:ext cx="6267450" cy="1143000"/>
          </a:xfrm>
        </p:spPr>
        <p:txBody>
          <a:bodyPr>
            <a:noAutofit/>
          </a:bodyPr>
          <a:lstStyle>
            <a:lvl1pPr>
              <a:defRPr kumimoji="0" lang="fr-BE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Times New Roman" pitchFamily="18" charset="0"/>
                <a:cs typeface="Arial" pitchFamily="34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428875" y="1600200"/>
            <a:ext cx="6257924" cy="4525963"/>
          </a:xfrm>
        </p:spPr>
        <p:txBody>
          <a:bodyPr/>
          <a:lstStyle>
            <a:lvl1pPr>
              <a:buFontTx/>
              <a:buNone/>
              <a:defRPr kumimoji="0" lang="fr-FR" sz="3200" b="0" i="0" u="none" strike="noStrike" kern="1200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defRPr>
            </a:lvl1pPr>
            <a:lvl2pPr marL="180975" indent="-180975">
              <a:buClr>
                <a:srgbClr val="00ABCC"/>
              </a:buClr>
              <a:buFont typeface="Wingdings" pitchFamily="2" charset="2"/>
              <a:buChar char="§"/>
              <a:defRPr kumimoji="0" lang="fr-FR" sz="24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2pPr>
            <a:lvl3pPr marL="447675" indent="-180975">
              <a:buClr>
                <a:srgbClr val="C44C4C"/>
              </a:buClr>
              <a:buFont typeface="Wingdings" pitchFamily="2" charset="2"/>
              <a:buChar char="§"/>
              <a:defRPr kumimoji="0" lang="fr-FR" sz="20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3pPr>
            <a:lvl4pPr marL="714375" indent="-180975">
              <a:buClr>
                <a:schemeClr val="bg1">
                  <a:lumMod val="65000"/>
                </a:schemeClr>
              </a:buClr>
              <a:buFont typeface="Wingdings" pitchFamily="2" charset="2"/>
              <a:buChar char="§"/>
              <a:defRPr sz="1800"/>
            </a:lvl4pPr>
            <a:lvl5pPr marL="990600" indent="-171450"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2"/>
          </p:nvPr>
        </p:nvSpPr>
        <p:spPr>
          <a:xfrm>
            <a:off x="114300" y="285750"/>
            <a:ext cx="2028825" cy="6057900"/>
          </a:xfrm>
        </p:spPr>
        <p:txBody>
          <a:bodyPr/>
          <a:lstStyle>
            <a:lvl2pPr marL="0" indent="0" algn="l">
              <a:buNone/>
              <a:defRPr sz="1300" b="1" cap="small" baseline="0">
                <a:solidFill>
                  <a:srgbClr val="C44C4C"/>
                </a:solidFill>
                <a:latin typeface="+mn-lt"/>
              </a:defRPr>
            </a:lvl2pPr>
            <a:lvl3pPr marL="0" indent="0">
              <a:buClr>
                <a:srgbClr val="969696"/>
              </a:buClr>
              <a:buFontTx/>
              <a:buNone/>
              <a:defRPr sz="1300" cap="small">
                <a:solidFill>
                  <a:srgbClr val="969696"/>
                </a:solidFill>
                <a:latin typeface="+mn-lt"/>
              </a:defRPr>
            </a:lvl3pPr>
            <a:lvl4pPr marL="180975" indent="-180975">
              <a:buFont typeface="Wingdings" pitchFamily="2" charset="2"/>
              <a:buChar char="§"/>
              <a:defRPr sz="1300" b="1" cap="small">
                <a:solidFill>
                  <a:srgbClr val="C44C4C"/>
                </a:solidFill>
              </a:defRPr>
            </a:lvl4pPr>
            <a:lvl5pPr marL="180975" marR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sz="1300" cap="small" baseline="0">
                <a:solidFill>
                  <a:srgbClr val="969696"/>
                </a:solidFill>
                <a:latin typeface="+mn-lt"/>
              </a:defRPr>
            </a:lvl5pPr>
            <a:lvl6pPr marL="447675" indent="-228600">
              <a:buFont typeface="Wingdings" pitchFamily="2" charset="2"/>
              <a:buChar char="§"/>
              <a:defRPr sz="1300" b="1" cap="small">
                <a:solidFill>
                  <a:srgbClr val="C44C4C"/>
                </a:solidFill>
              </a:defRPr>
            </a:lvl6pPr>
            <a:lvl7pPr marL="447675" indent="-228600">
              <a:buFont typeface="Wingdings" pitchFamily="2" charset="2"/>
              <a:buChar char="§"/>
              <a:defRPr sz="1300" cap="small">
                <a:solidFill>
                  <a:srgbClr val="969696"/>
                </a:solidFill>
              </a:defRPr>
            </a:lvl7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u numéro de diapositiv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67BD0E-2A43-401C-A51A-07B7D43C3F74}" type="slidenum">
              <a:rPr lang="fr-BE"/>
              <a:pPr>
                <a:defRPr/>
              </a:pPr>
              <a:t>‹N°›</a:t>
            </a:fld>
            <a:endParaRPr lang="fr-BE"/>
          </a:p>
        </p:txBody>
      </p:sp>
      <p:sp>
        <p:nvSpPr>
          <p:cNvPr id="8" name="Espace réservé du pied de pag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BE"/>
              <a:t>Prof. Untel     |     Service Untel     (voir pied de page dans le menu Powerpoint)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 au-dessus, titre et con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269" t="20290" r="13968" b="25948"/>
          <a:stretch>
            <a:fillRect/>
          </a:stretch>
        </p:blipFill>
        <p:spPr bwMode="auto">
          <a:xfrm>
            <a:off x="0" y="6580188"/>
            <a:ext cx="914400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 userDrawn="1"/>
        </p:nvSpPr>
        <p:spPr>
          <a:xfrm>
            <a:off x="-9525" y="6543675"/>
            <a:ext cx="222885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600" b="1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Université de Mons</a:t>
            </a:r>
            <a:endParaRPr lang="fr-BE" sz="1600" b="1">
              <a:solidFill>
                <a:schemeClr val="bg1">
                  <a:lumMod val="6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>
            <a:lvl1pPr>
              <a:buFontTx/>
              <a:buNone/>
              <a:defRPr kumimoji="0" lang="fr-FR" sz="3200" b="0" i="0" u="none" strike="noStrike" kern="1200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defRPr>
            </a:lvl1pPr>
            <a:lvl2pPr marL="180975" indent="-180975">
              <a:buClr>
                <a:srgbClr val="00ABCC"/>
              </a:buClr>
              <a:buFont typeface="Wingdings" pitchFamily="2" charset="2"/>
              <a:buChar char="§"/>
              <a:defRPr kumimoji="0" lang="fr-FR" sz="24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2pPr>
            <a:lvl3pPr marL="447675" indent="-180975">
              <a:buClr>
                <a:srgbClr val="C44C4C"/>
              </a:buClr>
              <a:buFont typeface="Wingdings" pitchFamily="2" charset="2"/>
              <a:buChar char="§"/>
              <a:defRPr kumimoji="0" lang="fr-FR" sz="20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3pPr>
            <a:lvl4pPr marL="714375" indent="-180975">
              <a:buClr>
                <a:schemeClr val="bg1">
                  <a:lumMod val="65000"/>
                </a:schemeClr>
              </a:buClr>
              <a:buFont typeface="Wingdings" pitchFamily="2" charset="2"/>
              <a:buChar char="§"/>
              <a:defRPr sz="1800"/>
            </a:lvl4pPr>
            <a:lvl5pPr marL="990600" indent="-171450"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1" name="Titre 10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17" name="Espace réservé du texte 22"/>
          <p:cNvSpPr>
            <a:spLocks noGrp="1"/>
          </p:cNvSpPr>
          <p:nvPr>
            <p:ph type="body" sz="quarter" idx="15"/>
          </p:nvPr>
        </p:nvSpPr>
        <p:spPr>
          <a:xfrm>
            <a:off x="0" y="0"/>
            <a:ext cx="9144000" cy="228600"/>
          </a:xfrm>
        </p:spPr>
        <p:txBody>
          <a:bodyPr>
            <a:noAutofit/>
          </a:bodyPr>
          <a:lstStyle>
            <a:lvl1pPr algn="ctr">
              <a:buNone/>
              <a:defRPr sz="1200" cap="small" baseline="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7E66B0-5CBE-4E0A-A5C6-DF540FEFB54A}" type="slidenum">
              <a:rPr lang="fr-BE"/>
              <a:pPr>
                <a:defRPr/>
              </a:pPr>
              <a:t>‹N°›</a:t>
            </a:fld>
            <a:endParaRPr lang="fr-BE"/>
          </a:p>
        </p:txBody>
      </p:sp>
      <p:sp>
        <p:nvSpPr>
          <p:cNvPr id="8" name="Espace réservé du pied de page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BE"/>
              <a:t>Prof. Untel     |     Service Untel     (voir pied de page dans le menu Powerpoint)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269" t="20290" r="13968" b="25948"/>
          <a:stretch>
            <a:fillRect/>
          </a:stretch>
        </p:blipFill>
        <p:spPr bwMode="auto">
          <a:xfrm>
            <a:off x="0" y="6580188"/>
            <a:ext cx="914400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 userDrawn="1"/>
        </p:nvSpPr>
        <p:spPr>
          <a:xfrm>
            <a:off x="-9525" y="6543675"/>
            <a:ext cx="222885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600" b="1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Université de Mons</a:t>
            </a:r>
            <a:endParaRPr lang="fr-BE" sz="1600" b="1">
              <a:solidFill>
                <a:schemeClr val="bg1">
                  <a:lumMod val="6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19350" y="274638"/>
            <a:ext cx="6267450" cy="1143000"/>
          </a:xfrm>
        </p:spPr>
        <p:txBody>
          <a:bodyPr>
            <a:noAutofit/>
          </a:bodyPr>
          <a:lstStyle>
            <a:lvl1pPr>
              <a:defRPr kumimoji="0" lang="fr-BE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Times New Roman" pitchFamily="18" charset="0"/>
                <a:cs typeface="Arial" pitchFamily="34" charset="0"/>
              </a:defRPr>
            </a:lvl1pPr>
          </a:lstStyle>
          <a:p>
            <a:pPr lvl="0"/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428875" y="1600200"/>
            <a:ext cx="6257924" cy="4525963"/>
          </a:xfrm>
        </p:spPr>
        <p:txBody>
          <a:bodyPr/>
          <a:lstStyle>
            <a:lvl1pPr>
              <a:buFontTx/>
              <a:buNone/>
              <a:defRPr kumimoji="0" lang="fr-FR" sz="3200" b="0" i="0" u="none" strike="noStrike" kern="1200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defRPr>
            </a:lvl1pPr>
            <a:lvl2pPr marL="180975" indent="-180975">
              <a:buClr>
                <a:srgbClr val="00ABCC"/>
              </a:buClr>
              <a:buFont typeface="Wingdings" pitchFamily="2" charset="2"/>
              <a:buChar char="§"/>
              <a:defRPr kumimoji="0" lang="fr-FR" sz="24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2pPr>
            <a:lvl3pPr marL="447675" indent="-180975">
              <a:buClr>
                <a:srgbClr val="C44C4C"/>
              </a:buClr>
              <a:buFont typeface="Wingdings" pitchFamily="2" charset="2"/>
              <a:buChar char="§"/>
              <a:defRPr kumimoji="0" lang="fr-FR" sz="20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3pPr>
            <a:lvl4pPr marL="714375" indent="-180975">
              <a:buClr>
                <a:schemeClr val="bg1">
                  <a:lumMod val="65000"/>
                </a:schemeClr>
              </a:buClr>
              <a:buFont typeface="Wingdings" pitchFamily="2" charset="2"/>
              <a:buChar char="§"/>
              <a:defRPr sz="1800"/>
            </a:lvl4pPr>
            <a:lvl5pPr marL="990600" indent="-171450"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13" name="Espace réservé pour une image  12"/>
          <p:cNvSpPr>
            <a:spLocks noGrp="1"/>
          </p:cNvSpPr>
          <p:nvPr>
            <p:ph type="pic" sz="quarter" idx="12"/>
          </p:nvPr>
        </p:nvSpPr>
        <p:spPr>
          <a:xfrm>
            <a:off x="1" y="76200"/>
            <a:ext cx="2227496" cy="6515100"/>
          </a:xfrm>
        </p:spPr>
        <p:txBody>
          <a:bodyPr/>
          <a:lstStyle/>
          <a:p>
            <a:pPr lvl="0"/>
            <a:endParaRPr lang="fr-BE" noProof="0"/>
          </a:p>
        </p:txBody>
      </p:sp>
      <p:sp>
        <p:nvSpPr>
          <p:cNvPr id="7" name="Espace réservé du numéro de diapositiv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38697-95BF-4A22-A184-226172814C3E}" type="slidenum">
              <a:rPr lang="fr-BE"/>
              <a:pPr>
                <a:defRPr/>
              </a:pPr>
              <a:t>‹N°›</a:t>
            </a:fld>
            <a:endParaRPr lang="fr-BE"/>
          </a:p>
        </p:txBody>
      </p:sp>
      <p:sp>
        <p:nvSpPr>
          <p:cNvPr id="8" name="Espace réservé du pied de page 1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BE"/>
              <a:t>Prof. Untel     |     Service Untel     (voir pied de page dans le menu Powerpoint)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269" t="20290" r="13968" b="25948"/>
          <a:stretch>
            <a:fillRect/>
          </a:stretch>
        </p:blipFill>
        <p:spPr bwMode="auto">
          <a:xfrm>
            <a:off x="0" y="6580188"/>
            <a:ext cx="914400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 userDrawn="1"/>
        </p:nvSpPr>
        <p:spPr>
          <a:xfrm>
            <a:off x="-9525" y="6543675"/>
            <a:ext cx="222885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600" b="1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Université de Mons</a:t>
            </a:r>
            <a:endParaRPr lang="fr-BE" sz="1600" b="1">
              <a:solidFill>
                <a:schemeClr val="bg1">
                  <a:lumMod val="6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16" name="Espace réservé du contenu 15"/>
          <p:cNvSpPr>
            <a:spLocks noGrp="1"/>
          </p:cNvSpPr>
          <p:nvPr>
            <p:ph sz="quarter" idx="12"/>
          </p:nvPr>
        </p:nvSpPr>
        <p:spPr>
          <a:xfrm>
            <a:off x="466725" y="1609725"/>
            <a:ext cx="4057650" cy="4514850"/>
          </a:xfrm>
        </p:spPr>
        <p:txBody>
          <a:bodyPr/>
          <a:lstStyle>
            <a:lvl1pPr marL="0" indent="0">
              <a:buNone/>
              <a:defRPr sz="2800"/>
            </a:lvl1pPr>
            <a:lvl2pPr>
              <a:defRPr kumimoji="0" lang="fr-FR" sz="24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2pPr>
            <a:lvl3pPr>
              <a:defRPr kumimoji="0" lang="fr-FR" sz="20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3pPr>
            <a:lvl4pPr>
              <a:defRPr lang="fr-FR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fr-BE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17" name="Espace réservé du contenu 15"/>
          <p:cNvSpPr>
            <a:spLocks noGrp="1"/>
          </p:cNvSpPr>
          <p:nvPr>
            <p:ph sz="quarter" idx="13"/>
          </p:nvPr>
        </p:nvSpPr>
        <p:spPr>
          <a:xfrm>
            <a:off x="4638675" y="1609725"/>
            <a:ext cx="4057650" cy="4514850"/>
          </a:xfrm>
        </p:spPr>
        <p:txBody>
          <a:bodyPr/>
          <a:lstStyle>
            <a:lvl1pPr marL="0" indent="0">
              <a:buNone/>
              <a:defRPr sz="2800"/>
            </a:lvl1pPr>
            <a:lvl2pPr>
              <a:defRPr kumimoji="0" lang="fr-FR" sz="24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2pPr>
            <a:lvl3pPr>
              <a:defRPr kumimoji="0" lang="fr-FR" sz="20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3pPr>
            <a:lvl4pPr>
              <a:defRPr lang="fr-FR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fr-BE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u numéro de diapositive 10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617E4-4894-4A65-BE9D-81D8AD4FAD7A}" type="slidenum">
              <a:rPr lang="fr-BE"/>
              <a:pPr>
                <a:defRPr/>
              </a:pPr>
              <a:t>‹N°›</a:t>
            </a:fld>
            <a:endParaRPr lang="fr-BE"/>
          </a:p>
        </p:txBody>
      </p:sp>
      <p:sp>
        <p:nvSpPr>
          <p:cNvPr id="8" name="Espace réservé du pied de page 1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BE"/>
              <a:t>Prof. Untel     |     Service Untel     (voir pied de page dans le menu Powerpoint)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269" t="20290" r="13968" b="25948"/>
          <a:stretch>
            <a:fillRect/>
          </a:stretch>
        </p:blipFill>
        <p:spPr bwMode="auto">
          <a:xfrm>
            <a:off x="0" y="6580188"/>
            <a:ext cx="914400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ZoneTexte 7"/>
          <p:cNvSpPr txBox="1"/>
          <p:nvPr userDrawn="1"/>
        </p:nvSpPr>
        <p:spPr>
          <a:xfrm>
            <a:off x="-9525" y="6543675"/>
            <a:ext cx="222885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600" b="1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Université de Mons</a:t>
            </a:r>
            <a:endParaRPr lang="fr-BE" sz="1600" b="1">
              <a:solidFill>
                <a:schemeClr val="bg1">
                  <a:lumMod val="6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marL="0" indent="0">
              <a:buNone/>
              <a:defRPr sz="2400"/>
            </a:lvl1pPr>
            <a:lvl2pPr>
              <a:defRPr kumimoji="0" lang="fr-FR" sz="20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2pPr>
            <a:lvl3pPr>
              <a:defRPr kumimoji="0" lang="fr-FR" sz="18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3pPr>
            <a:lvl4pPr>
              <a:defRPr lang="fr-FR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fr-BE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marL="0" indent="0">
              <a:buNone/>
              <a:defRPr sz="2400"/>
            </a:lvl1pPr>
            <a:lvl2pPr>
              <a:defRPr kumimoji="0" lang="fr-FR" sz="20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2pPr>
            <a:lvl3pPr>
              <a:defRPr kumimoji="0" lang="fr-FR" sz="18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3pPr>
            <a:lvl4pPr>
              <a:defRPr lang="fr-FR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fr-BE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9" name="Espace réservé du numéro de diapositive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99A4E3-6D52-4424-9E3B-4890C72A3643}" type="slidenum">
              <a:rPr lang="fr-BE"/>
              <a:pPr>
                <a:defRPr/>
              </a:pPr>
              <a:t>‹N°›</a:t>
            </a:fld>
            <a:endParaRPr lang="fr-BE"/>
          </a:p>
        </p:txBody>
      </p:sp>
      <p:sp>
        <p:nvSpPr>
          <p:cNvPr id="10" name="Espace réservé du pied de page 1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BE"/>
              <a:t>Prof. Untel     |     Service Untel     (voir pied de page dans le menu Powerpoint)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269" t="20290" r="13968" b="25948"/>
          <a:stretch>
            <a:fillRect/>
          </a:stretch>
        </p:blipFill>
        <p:spPr bwMode="auto">
          <a:xfrm>
            <a:off x="0" y="6580188"/>
            <a:ext cx="914400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 userDrawn="1"/>
        </p:nvSpPr>
        <p:spPr>
          <a:xfrm>
            <a:off x="-9525" y="6543675"/>
            <a:ext cx="222885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600" b="1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Université de Mons</a:t>
            </a:r>
            <a:endParaRPr lang="fr-BE" sz="1600" b="1">
              <a:solidFill>
                <a:schemeClr val="bg1">
                  <a:lumMod val="6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5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9E434B-834A-4B3C-A6CC-D634FFB8216D}" type="slidenum">
              <a:rPr lang="fr-BE"/>
              <a:pPr>
                <a:defRPr/>
              </a:pPr>
              <a:t>‹N°›</a:t>
            </a:fld>
            <a:endParaRPr lang="fr-BE"/>
          </a:p>
        </p:txBody>
      </p:sp>
      <p:sp>
        <p:nvSpPr>
          <p:cNvPr id="6" name="Espace réservé du pied de page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BE"/>
              <a:t>Prof. Untel     |     Service Untel     (voir pied de page dans le menu Powerpoint)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269" t="20290" r="13968" b="25948"/>
          <a:stretch>
            <a:fillRect/>
          </a:stretch>
        </p:blipFill>
        <p:spPr bwMode="auto">
          <a:xfrm>
            <a:off x="0" y="6580188"/>
            <a:ext cx="914400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 userDrawn="1"/>
        </p:nvSpPr>
        <p:spPr>
          <a:xfrm>
            <a:off x="-9525" y="6543675"/>
            <a:ext cx="222885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600" b="1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Université de Mons</a:t>
            </a:r>
            <a:endParaRPr lang="fr-BE" sz="1600" b="1">
              <a:solidFill>
                <a:schemeClr val="bg1">
                  <a:lumMod val="6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BFE5C0-0B6B-48DC-B68C-BA922E7A4541}" type="slidenum">
              <a:rPr lang="fr-BE"/>
              <a:pPr>
                <a:defRPr/>
              </a:pPr>
              <a:t>‹N°›</a:t>
            </a:fld>
            <a:endParaRPr lang="fr-BE"/>
          </a:p>
        </p:txBody>
      </p:sp>
      <p:sp>
        <p:nvSpPr>
          <p:cNvPr id="5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BE"/>
              <a:t>Prof. Untel     |     Service Untel     (voir pied de page dans le menu Powerpoint)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 à 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269" t="20290" r="13968" b="25948"/>
          <a:stretch>
            <a:fillRect/>
          </a:stretch>
        </p:blipFill>
        <p:spPr bwMode="auto">
          <a:xfrm>
            <a:off x="0" y="6580188"/>
            <a:ext cx="914400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 userDrawn="1"/>
        </p:nvSpPr>
        <p:spPr>
          <a:xfrm>
            <a:off x="-9525" y="6543675"/>
            <a:ext cx="222885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600" b="1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Université de Mons</a:t>
            </a:r>
            <a:endParaRPr lang="fr-BE" sz="1600" b="1">
              <a:solidFill>
                <a:schemeClr val="bg1">
                  <a:lumMod val="6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 marL="0" indent="0">
              <a:buNone/>
              <a:defRPr sz="3200"/>
            </a:lvl1pPr>
            <a:lvl2pPr>
              <a:defRPr kumimoji="0" lang="fr-FR" sz="24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2pPr>
            <a:lvl3pPr>
              <a:defRPr kumimoji="0" lang="fr-FR" sz="20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Arial" pitchFamily="34" charset="0"/>
              </a:defRPr>
            </a:lvl3pPr>
            <a:lvl4pPr>
              <a:defRPr lang="fr-FR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fr-BE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Espace réservé du numéro de diapositive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0B8AA1-91CF-48D5-ACEB-1FB0E427801C}" type="slidenum">
              <a:rPr lang="fr-BE"/>
              <a:pPr>
                <a:defRPr/>
              </a:pPr>
              <a:t>‹N°›</a:t>
            </a:fld>
            <a:endParaRPr lang="fr-BE"/>
          </a:p>
        </p:txBody>
      </p:sp>
      <p:sp>
        <p:nvSpPr>
          <p:cNvPr id="8" name="Espace réservé du pied de page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BE"/>
              <a:t>Prof. Untel     |     Service Untel     (voir pied de page dans le menu Powerpoint)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 en-desso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269" t="20290" r="13968" b="25948"/>
          <a:stretch>
            <a:fillRect/>
          </a:stretch>
        </p:blipFill>
        <p:spPr bwMode="auto">
          <a:xfrm>
            <a:off x="0" y="6580188"/>
            <a:ext cx="914400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 userDrawn="1"/>
        </p:nvSpPr>
        <p:spPr>
          <a:xfrm>
            <a:off x="-9525" y="6543675"/>
            <a:ext cx="222885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600" b="1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Université de Mons</a:t>
            </a:r>
            <a:endParaRPr lang="fr-BE" sz="1600" b="1">
              <a:solidFill>
                <a:schemeClr val="bg1">
                  <a:lumMod val="6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BE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Espace réservé du numéro de diapositive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69FFC6-F3D3-44CE-8875-302054ACEC4E}" type="slidenum">
              <a:rPr lang="fr-BE"/>
              <a:pPr>
                <a:defRPr/>
              </a:pPr>
              <a:t>‹N°›</a:t>
            </a:fld>
            <a:endParaRPr lang="fr-BE"/>
          </a:p>
        </p:txBody>
      </p:sp>
      <p:sp>
        <p:nvSpPr>
          <p:cNvPr id="8" name="Espace réservé du pied de page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BE"/>
              <a:t>Prof. Untel     |     Service Untel     (voir pied de page dans le menu Powerpoint)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pic>
        <p:nvPicPr>
          <p:cNvPr id="1028" name="Picture 2"/>
          <p:cNvPicPr>
            <a:picLocks noChangeAspect="1" noChangeArrowheads="1"/>
          </p:cNvPicPr>
          <p:nvPr userDrawn="1"/>
        </p:nvPicPr>
        <p:blipFill>
          <a:blip r:embed="rId23" cstate="print"/>
          <a:srcRect l="269" t="20290" r="13968" b="25948"/>
          <a:stretch>
            <a:fillRect/>
          </a:stretch>
        </p:blipFill>
        <p:spPr bwMode="auto">
          <a:xfrm>
            <a:off x="0" y="0"/>
            <a:ext cx="9144000" cy="7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2"/>
          <p:cNvPicPr>
            <a:picLocks noChangeAspect="1" noChangeArrowheads="1"/>
          </p:cNvPicPr>
          <p:nvPr userDrawn="1"/>
        </p:nvPicPr>
        <p:blipFill>
          <a:blip r:embed="rId23" cstate="print"/>
          <a:srcRect l="269" t="20290" r="13968" b="25948"/>
          <a:stretch>
            <a:fillRect/>
          </a:stretch>
        </p:blipFill>
        <p:spPr bwMode="auto">
          <a:xfrm>
            <a:off x="0" y="6780213"/>
            <a:ext cx="9144000" cy="77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2228850" y="6581775"/>
            <a:ext cx="6400800" cy="276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fr-BE"/>
              <a:t>Prof. Untel     |     Service Untel     (voir pied de page dans le menu Powerpoint)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"/>
          </p:nvPr>
        </p:nvSpPr>
        <p:spPr>
          <a:xfrm>
            <a:off x="8629650" y="6580188"/>
            <a:ext cx="514350" cy="2778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2788E00-F875-4D77-9ED4-63F826220AA2}" type="slidenum">
              <a:rPr lang="fr-BE"/>
              <a:pPr>
                <a:defRPr/>
              </a:pPr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10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lang="fr-BE" sz="4400" b="1" kern="1200" dirty="0">
          <a:solidFill>
            <a:schemeClr val="accent2"/>
          </a:solidFill>
          <a:latin typeface="Calibri" pitchFamily="34" charset="0"/>
          <a:ea typeface="+mj-ea"/>
          <a:cs typeface="Arial" pitchFamily="34" charset="0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rgbClr val="C44C4C"/>
          </a:solidFill>
          <a:latin typeface="Calibri" pitchFamily="34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rgbClr val="C44C4C"/>
          </a:solidFill>
          <a:latin typeface="Calibri" pitchFamily="34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rgbClr val="C44C4C"/>
          </a:solidFill>
          <a:latin typeface="Calibri" pitchFamily="34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rgbClr val="C44C4C"/>
          </a:solidFill>
          <a:latin typeface="Calibri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C44C4C"/>
          </a:solidFill>
          <a:latin typeface="Calibri" pitchFamily="34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C44C4C"/>
          </a:solidFill>
          <a:latin typeface="Calibri" pitchFamily="34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C44C4C"/>
          </a:solidFill>
          <a:latin typeface="Calibri" pitchFamily="34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C44C4C"/>
          </a:solidFill>
          <a:latin typeface="Calibri" pitchFamily="34" charset="0"/>
          <a:cs typeface="Arial" charset="0"/>
        </a:defRPr>
      </a:lvl9pPr>
    </p:titleStyle>
    <p:bodyStyle>
      <a:lvl1pPr marL="0" indent="0" algn="l" rtl="0" fontAlgn="base">
        <a:spcBef>
          <a:spcPct val="20000"/>
        </a:spcBef>
        <a:spcAft>
          <a:spcPct val="0"/>
        </a:spcAft>
        <a:buFont typeface="Arial" charset="0"/>
        <a:buNone/>
        <a:defRPr lang="fr-FR" sz="3200" kern="1200" dirty="0">
          <a:solidFill>
            <a:srgbClr val="808080"/>
          </a:solidFill>
          <a:latin typeface="Calibri" pitchFamily="34" charset="0"/>
          <a:ea typeface="+mn-ea"/>
          <a:cs typeface="Times New Roman" pitchFamily="18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lang="fr-FR" sz="2400" kern="1200" dirty="0">
          <a:solidFill>
            <a:schemeClr val="tx1"/>
          </a:solidFill>
          <a:latin typeface="Calibri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lang="fr-FR" sz="2000" kern="1200" dirty="0">
          <a:solidFill>
            <a:schemeClr val="tx1"/>
          </a:solidFill>
          <a:latin typeface="Calibri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lang="fr-BE" sz="2000" kern="1200" dirty="0">
          <a:solidFill>
            <a:schemeClr val="tx1"/>
          </a:solidFill>
          <a:latin typeface="+mn-lt"/>
          <a:ea typeface="+mn-ea"/>
          <a:cs typeface="Arial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lang="fr-BE" kern="1200" dirty="0">
          <a:solidFill>
            <a:schemeClr val="tx1"/>
          </a:solidFill>
          <a:latin typeface="+mn-lt"/>
          <a:ea typeface="+mn-ea"/>
          <a:cs typeface="Arial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://localhost/FactoDB/dashboard.php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ous-titre 1"/>
          <p:cNvSpPr>
            <a:spLocks noGrp="1"/>
          </p:cNvSpPr>
          <p:nvPr>
            <p:ph type="subTitle" idx="1"/>
          </p:nvPr>
        </p:nvSpPr>
        <p:spPr bwMode="auto">
          <a:xfrm>
            <a:off x="2181225" y="3686175"/>
            <a:ext cx="6800850" cy="542925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45720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</a:pPr>
            <a:r>
              <a:rPr lang="fr-FR" sz="1800">
                <a:effectLst/>
                <a:latin typeface="Aptos" panose="020B00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Gestion de données de services, matériel et factures d’une 	entreprise informatique</a:t>
            </a:r>
            <a:endParaRPr lang="en-US" sz="1800">
              <a:effectLst/>
              <a:latin typeface="Aptos" panose="020B000402020202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</p:txBody>
      </p:sp>
      <p:sp>
        <p:nvSpPr>
          <p:cNvPr id="23555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err="1"/>
              <a:t>FactoDB</a:t>
            </a:r>
            <a:endParaRPr/>
          </a:p>
        </p:txBody>
      </p:sp>
      <p:sp>
        <p:nvSpPr>
          <p:cNvPr id="23557" name="Espace réservé du texte 4"/>
          <p:cNvSpPr>
            <a:spLocks noGrp="1"/>
          </p:cNvSpPr>
          <p:nvPr>
            <p:ph type="body" sz="quarter" idx="11"/>
          </p:nvPr>
        </p:nvSpPr>
        <p:spPr bwMode="auto">
          <a:xfrm>
            <a:off x="2181225" y="5066898"/>
            <a:ext cx="6791325" cy="409575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BE" sz="2000" err="1"/>
              <a:t>Kebbab</a:t>
            </a:r>
            <a:r>
              <a:rPr lang="fr-BE" sz="2000"/>
              <a:t> Mohammed, </a:t>
            </a:r>
            <a:r>
              <a:rPr lang="fr-BE" sz="2000" err="1"/>
              <a:t>Duadev</a:t>
            </a:r>
            <a:r>
              <a:rPr lang="fr-BE" sz="2000"/>
              <a:t> Im-Ali, Zarioh Maximilien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spcAft>
                <a:spcPts val="0"/>
              </a:spcAft>
              <a:defRPr/>
            </a:pPr>
            <a:r>
              <a:rPr lang="fr-FR">
                <a:latin typeface="Calibri"/>
                <a:cs typeface="Times New Roman"/>
              </a:rPr>
              <a:t>Contexte et définition </a:t>
            </a:r>
            <a:endParaRPr lang="fr-FR">
              <a:latin typeface="Calibri"/>
            </a:endParaRPr>
          </a:p>
          <a:p>
            <a:pPr lvl="1">
              <a:spcAft>
                <a:spcPts val="0"/>
              </a:spcAft>
              <a:defRPr/>
            </a:pPr>
            <a:r>
              <a:rPr lang="fr-FR">
                <a:latin typeface="Calibri"/>
                <a:cs typeface="Arial"/>
              </a:rPr>
              <a:t>Une entreprise désire améliorer sa gestion des matériels, services et facture en créant une base de données centralisées.</a:t>
            </a:r>
            <a:endParaRPr lang="fr-FR">
              <a:latin typeface="Calibri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fr-FR">
                <a:latin typeface="Calibri"/>
                <a:cs typeface="Arial"/>
              </a:rPr>
              <a:t>Notre but ? Coder une application utilisant une base de données en SQL pour répondre aux objectifs suivants : </a:t>
            </a:r>
            <a:endParaRPr lang="fr-FR">
              <a:latin typeface="Calibri"/>
              <a:ea typeface="Calibri"/>
              <a:cs typeface="Arial"/>
            </a:endParaRPr>
          </a:p>
          <a:p>
            <a:pPr lvl="2">
              <a:spcAft>
                <a:spcPts val="0"/>
              </a:spcAft>
              <a:defRPr/>
            </a:pPr>
            <a:r>
              <a:rPr lang="fr-FR" sz="1600">
                <a:latin typeface="Calibri"/>
                <a:ea typeface="Calibri"/>
                <a:cs typeface="Calibri"/>
              </a:rPr>
              <a:t>La centralisation des données </a:t>
            </a:r>
            <a:endParaRPr lang="fr-FR" sz="1600">
              <a:latin typeface="Calibri"/>
              <a:cs typeface="Arial"/>
            </a:endParaRPr>
          </a:p>
          <a:p>
            <a:pPr lvl="2">
              <a:spcAft>
                <a:spcPts val="0"/>
              </a:spcAft>
              <a:defRPr/>
            </a:pPr>
            <a:r>
              <a:rPr lang="fr-FR" sz="1600">
                <a:latin typeface="Calibri"/>
                <a:ea typeface="Calibri"/>
                <a:cs typeface="Calibri"/>
              </a:rPr>
              <a:t>L’amélioration de la façon de gérer les produits et services</a:t>
            </a:r>
          </a:p>
          <a:p>
            <a:pPr lvl="2">
              <a:spcAft>
                <a:spcPts val="0"/>
              </a:spcAft>
              <a:defRPr/>
            </a:pPr>
            <a:r>
              <a:rPr lang="fr-FR" sz="1600">
                <a:latin typeface="Calibri"/>
                <a:ea typeface="Calibri"/>
                <a:cs typeface="Calibri"/>
              </a:rPr>
              <a:t>Le suivi des commandes</a:t>
            </a:r>
          </a:p>
          <a:p>
            <a:pPr lvl="2">
              <a:spcAft>
                <a:spcPts val="0"/>
              </a:spcAft>
              <a:defRPr/>
            </a:pPr>
            <a:r>
              <a:rPr lang="fr-FR" sz="1600">
                <a:latin typeface="Calibri"/>
                <a:ea typeface="Calibri"/>
                <a:cs typeface="Calibri"/>
              </a:rPr>
              <a:t>La génération automatique de devis et factures </a:t>
            </a:r>
          </a:p>
          <a:p>
            <a:pPr lvl="2">
              <a:spcAft>
                <a:spcPts val="0"/>
              </a:spcAft>
              <a:defRPr/>
            </a:pPr>
            <a:r>
              <a:rPr lang="fr-FR" sz="1600">
                <a:latin typeface="Calibri"/>
                <a:ea typeface="Calibri"/>
                <a:cs typeface="Calibri"/>
              </a:rPr>
              <a:t>La gestion des droits d’administration </a:t>
            </a:r>
          </a:p>
          <a:p>
            <a:pPr lvl="2">
              <a:spcAft>
                <a:spcPts val="0"/>
              </a:spcAft>
              <a:defRPr/>
            </a:pPr>
            <a:r>
              <a:rPr lang="fr-FR" sz="1600">
                <a:latin typeface="Calibri"/>
                <a:ea typeface="Calibri"/>
                <a:cs typeface="Calibri"/>
              </a:rPr>
              <a:t>L’optimisation de la productivité</a:t>
            </a:r>
          </a:p>
          <a:p>
            <a:pPr lvl="1">
              <a:spcAft>
                <a:spcPts val="0"/>
              </a:spcAft>
              <a:defRPr/>
            </a:pPr>
            <a:r>
              <a:rPr lang="fr-FR">
                <a:latin typeface="Calibri"/>
                <a:cs typeface="Arial"/>
              </a:rPr>
              <a:t>En quoi consiste cette application, et quelles sont les besoins auxquelles on répond ?</a:t>
            </a:r>
            <a:endParaRPr lang="en-US">
              <a:latin typeface="Calibri"/>
              <a:ea typeface="Calibri"/>
              <a:cs typeface="Calibri"/>
            </a:endParaRPr>
          </a:p>
          <a:p>
            <a:pPr lvl="2">
              <a:spcAft>
                <a:spcPts val="0"/>
              </a:spcAft>
              <a:defRPr/>
            </a:pPr>
            <a:r>
              <a:rPr lang="fr-FR" sz="2200">
                <a:latin typeface="Calibri"/>
                <a:ea typeface="Calibri"/>
                <a:cs typeface="Calibri"/>
              </a:rPr>
              <a:t>Gestion </a:t>
            </a:r>
            <a:r>
              <a:rPr lang="fr-FR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des produits, services et projets</a:t>
            </a:r>
            <a:r>
              <a:rPr lang="fr-FR" sz="2200">
                <a:latin typeface="Calibri"/>
                <a:ea typeface="Calibri"/>
                <a:cs typeface="Calibri"/>
              </a:rPr>
              <a:t> : </a:t>
            </a:r>
            <a:endParaRPr lang="fr-FR" sz="2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3">
              <a:spcAft>
                <a:spcPts val="0"/>
              </a:spcAft>
              <a:buClr>
                <a:srgbClr val="A6A6A6"/>
              </a:buClr>
              <a:defRPr/>
            </a:pPr>
            <a:r>
              <a:rPr lang="fr-FR" sz="2000">
                <a:latin typeface="Calibri"/>
                <a:ea typeface="Calibri"/>
                <a:cs typeface="Calibri"/>
              </a:rPr>
              <a:t>Ajout</a:t>
            </a:r>
          </a:p>
          <a:p>
            <a:pPr lvl="3">
              <a:spcAft>
                <a:spcPts val="0"/>
              </a:spcAft>
              <a:buClr>
                <a:srgbClr val="A6A6A6"/>
              </a:buClr>
              <a:defRPr/>
            </a:pPr>
            <a:r>
              <a:rPr lang="fr-FR" sz="2000">
                <a:latin typeface="Calibri"/>
                <a:ea typeface="Calibri"/>
                <a:cs typeface="Calibri"/>
              </a:rPr>
              <a:t>Modification</a:t>
            </a:r>
          </a:p>
          <a:p>
            <a:pPr lvl="3">
              <a:spcAft>
                <a:spcPts val="0"/>
              </a:spcAft>
              <a:buClr>
                <a:srgbClr val="A6A6A6"/>
              </a:buClr>
              <a:defRPr/>
            </a:pPr>
            <a:r>
              <a:rPr lang="fr-FR" sz="2000">
                <a:latin typeface="Calibri"/>
                <a:ea typeface="Calibri"/>
                <a:cs typeface="Calibri"/>
              </a:rPr>
              <a:t>Suppression</a:t>
            </a:r>
            <a:endParaRPr lang="fr-FR" sz="2000">
              <a:latin typeface="Calibri"/>
              <a:ea typeface="Calibri"/>
            </a:endParaRPr>
          </a:p>
          <a:p>
            <a:pPr marL="266700" lvl="2" indent="0">
              <a:buNone/>
              <a:defRPr/>
            </a:pPr>
            <a:endParaRPr lang="fr-FR">
              <a:latin typeface="Calibri (corps)"/>
              <a:ea typeface="Calibri"/>
              <a:cs typeface="Calibri"/>
            </a:endParaRPr>
          </a:p>
          <a:p>
            <a:pPr lvl="2">
              <a:defRPr/>
            </a:pPr>
            <a:endParaRPr lang="fr-FR">
              <a:solidFill>
                <a:srgbClr val="000000"/>
              </a:solidFill>
              <a:latin typeface="Calibri (corps)"/>
              <a:ea typeface="Calibri"/>
              <a:cs typeface="Calibri"/>
            </a:endParaRPr>
          </a:p>
          <a:p>
            <a:pPr lvl="2">
              <a:defRPr/>
            </a:pPr>
            <a:endParaRPr lang="fr-FR">
              <a:solidFill>
                <a:srgbClr val="000000"/>
              </a:solidFill>
              <a:latin typeface="Calibri (corps)"/>
              <a:ea typeface="Calibri"/>
              <a:cs typeface="Calibri"/>
            </a:endParaRPr>
          </a:p>
          <a:p>
            <a:pPr lvl="2">
              <a:defRPr/>
            </a:pPr>
            <a:endParaRPr lang="fr-FR">
              <a:solidFill>
                <a:srgbClr val="000000"/>
              </a:solidFill>
              <a:latin typeface="Calibri (corps)"/>
              <a:ea typeface="Calibri"/>
              <a:cs typeface="Calibri"/>
            </a:endParaRPr>
          </a:p>
          <a:p>
            <a:pPr lvl="3">
              <a:buClr>
                <a:prstClr val="white">
                  <a:lumMod val="65000"/>
                </a:prstClr>
              </a:buClr>
              <a:defRPr/>
            </a:pPr>
            <a:endParaRPr lang="fr-FR">
              <a:solidFill>
                <a:srgbClr val="000000"/>
              </a:solidFill>
              <a:latin typeface="Calibri (corps)"/>
              <a:ea typeface="Calibri"/>
              <a:cs typeface="Calibri"/>
            </a:endParaRPr>
          </a:p>
          <a:p>
            <a:pPr marL="533400" lvl="3" indent="0">
              <a:buClr>
                <a:prstClr val="white">
                  <a:lumMod val="65000"/>
                </a:prstClr>
              </a:buClr>
              <a:buNone/>
              <a:defRPr/>
            </a:pPr>
            <a:endParaRPr lang="fr-FR">
              <a:solidFill>
                <a:srgbClr val="000000"/>
              </a:solidFill>
              <a:latin typeface="Calibri (corps)"/>
              <a:ea typeface="Calibri"/>
              <a:cs typeface="Calibri"/>
            </a:endParaRPr>
          </a:p>
          <a:p>
            <a:pPr lvl="1" fontAlgn="auto">
              <a:spcAft>
                <a:spcPts val="0"/>
              </a:spcAft>
              <a:defRPr/>
            </a:pPr>
            <a:endParaRPr lang="fr-FR">
              <a:solidFill>
                <a:srgbClr val="000000"/>
              </a:solidFill>
              <a:latin typeface="Calibri (corps)"/>
              <a:ea typeface="Calibri"/>
              <a:cs typeface="Arial"/>
            </a:endParaRPr>
          </a:p>
          <a:p>
            <a:pPr fontAlgn="auto">
              <a:spcAft>
                <a:spcPts val="0"/>
              </a:spcAft>
              <a:defRPr/>
            </a:pPr>
            <a:endParaRPr lang="fr-FR">
              <a:latin typeface="Calibri (corps)"/>
            </a:endParaRPr>
          </a:p>
        </p:txBody>
      </p:sp>
      <p:sp>
        <p:nvSpPr>
          <p:cNvPr id="32771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latin typeface="Calibri"/>
                <a:ea typeface="Calibri"/>
                <a:cs typeface="Arial"/>
              </a:rPr>
              <a:t>Cahier des charges</a:t>
            </a:r>
            <a:endParaRPr lang="fr-FR"/>
          </a:p>
        </p:txBody>
      </p:sp>
      <p:sp>
        <p:nvSpPr>
          <p:cNvPr id="32772" name="Espace réservé du numéro de diapositive 5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03BCDDE-B4AB-4405-BDF4-F4B028AEFEA8}" type="slidenum">
              <a:rPr lang="fr-BE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fr-BE"/>
          </a:p>
        </p:txBody>
      </p:sp>
      <p:sp>
        <p:nvSpPr>
          <p:cNvPr id="32773" name="Espace réservé du pied de page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fr-BE" sz="1100"/>
              <a:t> </a:t>
            </a:r>
            <a:r>
              <a:rPr lang="fr-BE" sz="1100" err="1"/>
              <a:t>Kebbab</a:t>
            </a:r>
            <a:r>
              <a:rPr lang="fr-BE" sz="1100"/>
              <a:t> Mohammed, </a:t>
            </a:r>
            <a:r>
              <a:rPr lang="fr-BE" sz="1100" err="1"/>
              <a:t>Duadev</a:t>
            </a:r>
            <a:r>
              <a:rPr lang="fr-BE" sz="1100"/>
              <a:t> Im-Ali, Zarioh Maximilien | Modélisation des données, Big Data et Projet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lvl="2">
              <a:defRPr/>
            </a:pPr>
            <a:r>
              <a:rPr lang="fr-F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Gestion des informations clients et fournisseurs</a:t>
            </a:r>
          </a:p>
          <a:p>
            <a:pPr lvl="3">
              <a:defRPr/>
            </a:pPr>
            <a:r>
              <a:rPr lang="fr-FR">
                <a:solidFill>
                  <a:srgbClr val="000000"/>
                </a:solidFill>
                <a:ea typeface="+mn-lt"/>
                <a:cs typeface="+mn-lt"/>
              </a:rPr>
              <a:t>Ajout et modification des informations du clients</a:t>
            </a:r>
            <a:endParaRPr lang="fr-FR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3">
              <a:buClr>
                <a:srgbClr val="A6A6A6"/>
              </a:buClr>
              <a:defRPr/>
            </a:pPr>
            <a:r>
              <a:rPr lang="fr-FR">
                <a:solidFill>
                  <a:srgbClr val="000000"/>
                </a:solidFill>
                <a:ea typeface="+mn-lt"/>
                <a:cs typeface="+mn-lt"/>
              </a:rPr>
              <a:t>Suivi des contrats</a:t>
            </a:r>
            <a:endParaRPr lang="fr-FR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3">
              <a:buClr>
                <a:srgbClr val="A6A6A6"/>
              </a:buClr>
              <a:defRPr/>
            </a:pPr>
            <a:r>
              <a:rPr lang="fr-FR">
                <a:solidFill>
                  <a:srgbClr val="000000"/>
                </a:solidFill>
                <a:ea typeface="+mn-lt"/>
                <a:cs typeface="+mn-lt"/>
              </a:rPr>
              <a:t>Consultation des historiques</a:t>
            </a:r>
            <a:endParaRPr lang="fr-FR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2">
              <a:defRPr/>
            </a:pPr>
            <a:r>
              <a:rPr lang="fr-F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Gestion des commandes </a:t>
            </a:r>
            <a:endParaRPr lang="fr-FR"/>
          </a:p>
          <a:p>
            <a:pPr lvl="3">
              <a:defRPr/>
            </a:pPr>
            <a:r>
              <a:rPr lang="fr-FR">
                <a:solidFill>
                  <a:srgbClr val="000000"/>
                </a:solidFill>
                <a:ea typeface="+mn-lt"/>
                <a:cs typeface="+mn-lt"/>
              </a:rPr>
              <a:t>Enregistrement des commandes</a:t>
            </a:r>
            <a:endParaRPr lang="fr-FR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3">
              <a:buClr>
                <a:srgbClr val="A6A6A6"/>
              </a:buClr>
              <a:defRPr/>
            </a:pPr>
            <a:r>
              <a:rPr lang="fr-FR">
                <a:solidFill>
                  <a:srgbClr val="000000"/>
                </a:solidFill>
                <a:ea typeface="+mn-lt"/>
                <a:cs typeface="+mn-lt"/>
              </a:rPr>
              <a:t>Suivi des commandes</a:t>
            </a:r>
            <a:endParaRPr lang="fr-FR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2">
              <a:defRPr/>
            </a:pPr>
            <a:r>
              <a:rPr lang="fr-F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Génération automatique de devis et factures</a:t>
            </a:r>
            <a:endParaRPr lang="fr-FR">
              <a:ea typeface="Calibri"/>
            </a:endParaRPr>
          </a:p>
          <a:p>
            <a:pPr lvl="3">
              <a:defRPr/>
            </a:pPr>
            <a:r>
              <a:rPr lang="fr-FR">
                <a:solidFill>
                  <a:srgbClr val="000000"/>
                </a:solidFill>
                <a:ea typeface="+mn-lt"/>
                <a:cs typeface="+mn-lt"/>
              </a:rPr>
              <a:t>Création automatique de devis</a:t>
            </a:r>
            <a:endParaRPr lang="fr-FR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3">
              <a:buClr>
                <a:srgbClr val="A6A6A6"/>
              </a:buClr>
              <a:defRPr/>
            </a:pPr>
            <a:r>
              <a:rPr lang="fr-FR">
                <a:solidFill>
                  <a:srgbClr val="000000"/>
                </a:solidFill>
                <a:ea typeface="+mn-lt"/>
                <a:cs typeface="+mn-lt"/>
              </a:rPr>
              <a:t>Émission de factures</a:t>
            </a:r>
            <a:endParaRPr lang="fr-FR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3">
              <a:buClr>
                <a:srgbClr val="A6A6A6"/>
              </a:buClr>
              <a:defRPr/>
            </a:pPr>
            <a:r>
              <a:rPr lang="fr-FR">
                <a:solidFill>
                  <a:srgbClr val="000000"/>
                </a:solidFill>
                <a:ea typeface="+mn-lt"/>
                <a:cs typeface="+mn-lt"/>
              </a:rPr>
              <a:t>Informations financières</a:t>
            </a:r>
            <a:endParaRPr lang="fr-FR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2">
              <a:defRPr/>
            </a:pPr>
            <a:r>
              <a:rPr lang="fr-F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Gestion des droits d’administration</a:t>
            </a:r>
          </a:p>
          <a:p>
            <a:pPr lvl="3">
              <a:defRPr/>
            </a:pPr>
            <a:r>
              <a:rPr lang="fr-FR">
                <a:solidFill>
                  <a:srgbClr val="000000"/>
                </a:solidFill>
                <a:ea typeface="+mn-lt"/>
                <a:cs typeface="+mn-lt"/>
              </a:rPr>
              <a:t>Gestion des rôles utilisateurs </a:t>
            </a:r>
            <a:endParaRPr lang="fr-FR">
              <a:solidFill>
                <a:srgbClr val="000000"/>
              </a:solidFill>
              <a:ea typeface="Calibri"/>
              <a:cs typeface="Calibri"/>
            </a:endParaRPr>
          </a:p>
          <a:p>
            <a:pPr lvl="4">
              <a:defRPr/>
            </a:pPr>
            <a:r>
              <a:rPr lang="fr-FR">
                <a:solidFill>
                  <a:srgbClr val="000000"/>
                </a:solidFill>
                <a:ea typeface="+mn-lt"/>
                <a:cs typeface="+mn-lt"/>
              </a:rPr>
              <a:t>Administrateur</a:t>
            </a:r>
            <a:endParaRPr lang="fr-FR">
              <a:solidFill>
                <a:srgbClr val="000000"/>
              </a:solidFill>
              <a:ea typeface="Calibri"/>
              <a:cs typeface="Calibri"/>
            </a:endParaRPr>
          </a:p>
          <a:p>
            <a:pPr lvl="4" fontAlgn="base">
              <a:spcAft>
                <a:spcPct val="0"/>
              </a:spcAft>
              <a:defRPr/>
            </a:pPr>
            <a:r>
              <a:rPr lang="fr-FR">
                <a:solidFill>
                  <a:srgbClr val="000000"/>
                </a:solidFill>
                <a:ea typeface="+mn-lt"/>
                <a:cs typeface="+mn-lt"/>
              </a:rPr>
              <a:t>Manager</a:t>
            </a:r>
            <a:endParaRPr lang="fr-FR">
              <a:solidFill>
                <a:srgbClr val="000000"/>
              </a:solidFill>
              <a:ea typeface="Calibri"/>
              <a:cs typeface="Calibri"/>
            </a:endParaRPr>
          </a:p>
          <a:p>
            <a:pPr lvl="4">
              <a:defRPr/>
            </a:pPr>
            <a:r>
              <a:rPr lang="fr-FR">
                <a:solidFill>
                  <a:srgbClr val="000000"/>
                </a:solidFill>
                <a:ea typeface="+mn-lt"/>
                <a:cs typeface="+mn-lt"/>
              </a:rPr>
              <a:t>Client (utilisateur externe) </a:t>
            </a:r>
            <a:endParaRPr lang="fr-FR">
              <a:solidFill>
                <a:srgbClr val="000000"/>
              </a:solidFill>
              <a:ea typeface="Calibri"/>
              <a:cs typeface="Calibri"/>
            </a:endParaRPr>
          </a:p>
          <a:p>
            <a:pPr lvl="4">
              <a:defRPr/>
            </a:pPr>
            <a:endParaRPr lang="fr-FR">
              <a:solidFill>
                <a:srgbClr val="000000"/>
              </a:solidFill>
              <a:ea typeface="Calibri"/>
              <a:cs typeface="Calibri"/>
            </a:endParaRPr>
          </a:p>
          <a:p>
            <a:pPr lvl="2">
              <a:defRPr/>
            </a:pPr>
            <a:endParaRPr lang="fr-FR">
              <a:solidFill>
                <a:srgbClr val="000000"/>
              </a:solidFill>
              <a:ea typeface="Calibri"/>
              <a:cs typeface="Calibri"/>
            </a:endParaRPr>
          </a:p>
          <a:p>
            <a:pPr lvl="2">
              <a:defRPr/>
            </a:pPr>
            <a:endParaRPr lang="fr-FR">
              <a:solidFill>
                <a:srgbClr val="000000"/>
              </a:solidFill>
              <a:ea typeface="Calibri"/>
              <a:cs typeface="Calibri"/>
            </a:endParaRPr>
          </a:p>
          <a:p>
            <a:pPr lvl="3">
              <a:buClr>
                <a:prstClr val="white">
                  <a:lumMod val="65000"/>
                </a:prstClr>
              </a:buClr>
              <a:defRPr/>
            </a:pPr>
            <a:endParaRPr lang="fr-FR">
              <a:solidFill>
                <a:srgbClr val="000000"/>
              </a:solidFill>
              <a:ea typeface="Calibri"/>
              <a:cs typeface="Calibri"/>
            </a:endParaRPr>
          </a:p>
          <a:p>
            <a:pPr marL="533400" lvl="3" indent="0">
              <a:buClr>
                <a:prstClr val="white">
                  <a:lumMod val="65000"/>
                </a:prstClr>
              </a:buClr>
              <a:buNone/>
              <a:defRPr/>
            </a:pPr>
            <a:endParaRPr lang="fr-FR">
              <a:solidFill>
                <a:srgbClr val="000000"/>
              </a:solidFill>
              <a:ea typeface="Calibri"/>
              <a:cs typeface="Calibri"/>
            </a:endParaRPr>
          </a:p>
          <a:p>
            <a:pPr lvl="1" fontAlgn="auto">
              <a:spcAft>
                <a:spcPts val="0"/>
              </a:spcAft>
              <a:defRPr/>
            </a:pPr>
            <a:endParaRPr lang="fr-FR">
              <a:solidFill>
                <a:srgbClr val="000000"/>
              </a:solidFill>
              <a:ea typeface="Calibri"/>
              <a:cs typeface="Arial"/>
            </a:endParaRPr>
          </a:p>
          <a:p>
            <a:pPr fontAlgn="auto">
              <a:spcAft>
                <a:spcPts val="0"/>
              </a:spcAft>
              <a:defRPr/>
            </a:pPr>
            <a:endParaRPr lang="fr-FR">
              <a:ea typeface="Calibri"/>
            </a:endParaRPr>
          </a:p>
        </p:txBody>
      </p:sp>
      <p:sp>
        <p:nvSpPr>
          <p:cNvPr id="32771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latin typeface="Calibri"/>
                <a:ea typeface="Calibri"/>
                <a:cs typeface="Arial"/>
              </a:rPr>
              <a:t>Cahier des charges</a:t>
            </a:r>
            <a:endParaRPr lang="fr-FR"/>
          </a:p>
        </p:txBody>
      </p:sp>
      <p:sp>
        <p:nvSpPr>
          <p:cNvPr id="32772" name="Espace réservé du numéro de diapositive 5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03BCDDE-B4AB-4405-BDF4-F4B028AEFEA8}" type="slidenum">
              <a:rPr lang="fr-BE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fr-BE"/>
          </a:p>
        </p:txBody>
      </p:sp>
      <p:sp>
        <p:nvSpPr>
          <p:cNvPr id="32773" name="Espace réservé du pied de page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fr-BE" sz="1100"/>
              <a:t> </a:t>
            </a:r>
            <a:r>
              <a:rPr lang="fr-BE" sz="1100" err="1"/>
              <a:t>Kebbab</a:t>
            </a:r>
            <a:r>
              <a:rPr lang="fr-BE" sz="1100"/>
              <a:t> Mohammed, </a:t>
            </a:r>
            <a:r>
              <a:rPr lang="fr-BE" sz="1100" err="1"/>
              <a:t>Duadev</a:t>
            </a:r>
            <a:r>
              <a:rPr lang="fr-BE" sz="1100"/>
              <a:t> Im-Ali, Zarioh Maximilien | Modélisation des données, Big Data et Projet</a:t>
            </a:r>
          </a:p>
        </p:txBody>
      </p:sp>
    </p:spTree>
    <p:extLst>
      <p:ext uri="{BB962C8B-B14F-4D97-AF65-F5344CB8AC3E}">
        <p14:creationId xmlns:p14="http://schemas.microsoft.com/office/powerpoint/2010/main" val="1148576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itre 2"/>
          <p:cNvSpPr>
            <a:spLocks noGrp="1"/>
          </p:cNvSpPr>
          <p:nvPr>
            <p:ph type="title"/>
          </p:nvPr>
        </p:nvSpPr>
        <p:spPr>
          <a:xfrm>
            <a:off x="104467" y="940925"/>
            <a:ext cx="3562116" cy="1143000"/>
          </a:xfrm>
        </p:spPr>
        <p:txBody>
          <a:bodyPr/>
          <a:lstStyle/>
          <a:p>
            <a:r>
              <a:rPr lang="fr-FR">
                <a:latin typeface="Calibri"/>
                <a:ea typeface="Calibri"/>
                <a:cs typeface="Arial"/>
              </a:rPr>
              <a:t>MCD</a:t>
            </a:r>
            <a:br>
              <a:rPr lang="fr-FR">
                <a:latin typeface="Calibri"/>
                <a:ea typeface="Calibri"/>
                <a:cs typeface="Arial"/>
              </a:rPr>
            </a:br>
            <a:r>
              <a:rPr lang="fr-FR">
                <a:ea typeface="Calibri"/>
                <a:cs typeface="Arial" charset="0"/>
              </a:rPr>
              <a:t>&amp;</a:t>
            </a:r>
          </a:p>
        </p:txBody>
      </p:sp>
      <p:sp>
        <p:nvSpPr>
          <p:cNvPr id="32772" name="Espace réservé du numéro de diapositive 5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03BCDDE-B4AB-4405-BDF4-F4B028AEFEA8}" type="slidenum">
              <a:rPr lang="fr-BE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fr-BE"/>
          </a:p>
        </p:txBody>
      </p:sp>
      <p:sp>
        <p:nvSpPr>
          <p:cNvPr id="32773" name="Espace réservé du pied de page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fr-BE" sz="1100"/>
              <a:t> </a:t>
            </a:r>
            <a:r>
              <a:rPr lang="fr-BE" sz="1100" err="1"/>
              <a:t>Kebbab</a:t>
            </a:r>
            <a:r>
              <a:rPr lang="fr-BE" sz="1100"/>
              <a:t> Mohammed, </a:t>
            </a:r>
            <a:r>
              <a:rPr lang="fr-BE" sz="1100" err="1"/>
              <a:t>Duadev</a:t>
            </a:r>
            <a:r>
              <a:rPr lang="fr-BE" sz="1100"/>
              <a:t> Im-Ali, </a:t>
            </a:r>
            <a:r>
              <a:rPr lang="fr-BE" sz="1100" err="1"/>
              <a:t>Zarioh</a:t>
            </a:r>
            <a:r>
              <a:rPr lang="fr-BE" sz="1100"/>
              <a:t> Maximilien | Modélisation des données, Big Data et Projet</a:t>
            </a:r>
          </a:p>
        </p:txBody>
      </p:sp>
      <p:pic>
        <p:nvPicPr>
          <p:cNvPr id="5" name="Image 4" descr="Une image contenant texte, capture d’écran, diagramme, Parallèle&#10;&#10;Description générée automatiquement">
            <a:extLst>
              <a:ext uri="{FF2B5EF4-FFF2-40B4-BE49-F238E27FC236}">
                <a16:creationId xmlns:a16="http://schemas.microsoft.com/office/drawing/2014/main" id="{2AE3B406-8DD0-DE23-FE91-553492A04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068" y="279396"/>
            <a:ext cx="5097801" cy="6283378"/>
          </a:xfrm>
          <a:prstGeom prst="rect">
            <a:avLst/>
          </a:prstGeom>
        </p:spPr>
      </p:pic>
      <p:sp>
        <p:nvSpPr>
          <p:cNvPr id="7" name="Titre 2">
            <a:extLst>
              <a:ext uri="{FF2B5EF4-FFF2-40B4-BE49-F238E27FC236}">
                <a16:creationId xmlns:a16="http://schemas.microsoft.com/office/drawing/2014/main" id="{06FCD0F8-76AD-EE9E-3668-6F8CAD3E149D}"/>
              </a:ext>
            </a:extLst>
          </p:cNvPr>
          <p:cNvSpPr txBox="1">
            <a:spLocks/>
          </p:cNvSpPr>
          <p:nvPr/>
        </p:nvSpPr>
        <p:spPr bwMode="auto">
          <a:xfrm>
            <a:off x="215414" y="2966980"/>
            <a:ext cx="3327619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fr-BE" sz="4400" b="1" kern="1200">
                <a:solidFill>
                  <a:schemeClr val="accent2"/>
                </a:solidFill>
                <a:latin typeface="Calibri" pitchFamily="34" charset="0"/>
                <a:ea typeface="+mj-ea"/>
                <a:cs typeface="Arial" pitchFamily="34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C44C4C"/>
                </a:solidFill>
                <a:latin typeface="Calibri" pitchFamily="34" charset="0"/>
                <a:cs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C44C4C"/>
                </a:solidFill>
                <a:latin typeface="Calibri" pitchFamily="34" charset="0"/>
                <a:cs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C44C4C"/>
                </a:solidFill>
                <a:latin typeface="Calibri" pitchFamily="34" charset="0"/>
                <a:cs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C44C4C"/>
                </a:solidFill>
                <a:latin typeface="Calibri" pitchFamily="34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C44C4C"/>
                </a:solidFill>
                <a:latin typeface="Calibri" pitchFamily="34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C44C4C"/>
                </a:solidFill>
                <a:latin typeface="Calibri" pitchFamily="34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C44C4C"/>
                </a:solidFill>
                <a:latin typeface="Calibri" pitchFamily="34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C44C4C"/>
                </a:solidFill>
                <a:latin typeface="Calibri" pitchFamily="34" charset="0"/>
                <a:cs typeface="Arial" charset="0"/>
              </a:defRPr>
            </a:lvl9pPr>
          </a:lstStyle>
          <a:p>
            <a:r>
              <a:rPr lang="fr-FR" sz="3000">
                <a:latin typeface="Calibri"/>
                <a:ea typeface="Calibri"/>
                <a:cs typeface="Arial"/>
              </a:rPr>
              <a:t>Normalisation:</a:t>
            </a:r>
          </a:p>
          <a:p>
            <a:r>
              <a:rPr lang="fr-FR" sz="3000">
                <a:latin typeface="Calibri"/>
                <a:ea typeface="Calibri"/>
                <a:cs typeface="Arial"/>
              </a:rPr>
              <a:t>1FN</a:t>
            </a:r>
            <a:endParaRPr lang="fr-FR" sz="3000">
              <a:ea typeface="Calibri"/>
            </a:endParaRPr>
          </a:p>
          <a:p>
            <a:r>
              <a:rPr lang="fr-FR" sz="3000">
                <a:latin typeface="Calibri"/>
                <a:ea typeface="Calibri"/>
                <a:cs typeface="Arial"/>
              </a:rPr>
              <a:t>2FN</a:t>
            </a:r>
            <a:endParaRPr lang="fr-FR" sz="3000">
              <a:ea typeface="Calibri"/>
            </a:endParaRPr>
          </a:p>
          <a:p>
            <a:r>
              <a:rPr lang="fr-FR" sz="3000">
                <a:latin typeface="Calibri"/>
                <a:ea typeface="Calibri"/>
                <a:cs typeface="Arial"/>
              </a:rPr>
              <a:t>3FN</a:t>
            </a:r>
            <a:endParaRPr lang="fr-FR" sz="3000">
              <a:ea typeface="Calibri"/>
            </a:endParaRPr>
          </a:p>
          <a:p>
            <a:endParaRPr lang="fr-FR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0125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itre 2"/>
          <p:cNvSpPr>
            <a:spLocks noGrp="1"/>
          </p:cNvSpPr>
          <p:nvPr>
            <p:ph type="title"/>
          </p:nvPr>
        </p:nvSpPr>
        <p:spPr>
          <a:xfrm>
            <a:off x="245952" y="357628"/>
            <a:ext cx="3327619" cy="1143000"/>
          </a:xfrm>
        </p:spPr>
        <p:txBody>
          <a:bodyPr/>
          <a:lstStyle/>
          <a:p>
            <a:r>
              <a:rPr lang="fr-FR">
                <a:latin typeface="Calibri"/>
                <a:ea typeface="Calibri"/>
                <a:cs typeface="Arial"/>
              </a:rPr>
              <a:t>MLD</a:t>
            </a:r>
            <a:endParaRPr lang="fr-FR">
              <a:ea typeface="Calibri"/>
              <a:cs typeface="Arial" charset="0"/>
            </a:endParaRPr>
          </a:p>
        </p:txBody>
      </p:sp>
      <p:sp>
        <p:nvSpPr>
          <p:cNvPr id="32772" name="Espace réservé du numéro de diapositive 5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03BCDDE-B4AB-4405-BDF4-F4B028AEFEA8}" type="slidenum">
              <a:rPr lang="fr-BE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fr-BE"/>
          </a:p>
        </p:txBody>
      </p:sp>
      <p:sp>
        <p:nvSpPr>
          <p:cNvPr id="32773" name="Espace réservé du pied de page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fr-BE" sz="1100"/>
              <a:t> </a:t>
            </a:r>
            <a:r>
              <a:rPr lang="fr-BE" sz="1100" err="1"/>
              <a:t>Kebbab</a:t>
            </a:r>
            <a:r>
              <a:rPr lang="fr-BE" sz="1100"/>
              <a:t> Mohammed, </a:t>
            </a:r>
            <a:r>
              <a:rPr lang="fr-BE" sz="1100" err="1"/>
              <a:t>Duadev</a:t>
            </a:r>
            <a:r>
              <a:rPr lang="fr-BE" sz="1100"/>
              <a:t> Im-Ali, Zarioh Maximilien | Modélisation des données, Big Data et Projet</a:t>
            </a:r>
          </a:p>
        </p:txBody>
      </p:sp>
      <p:pic>
        <p:nvPicPr>
          <p:cNvPr id="2" name="Image 1" descr="Une image contenant texte, diagramme, Parallèle, Plan&#10;&#10;Description générée automatiquement">
            <a:extLst>
              <a:ext uri="{FF2B5EF4-FFF2-40B4-BE49-F238E27FC236}">
                <a16:creationId xmlns:a16="http://schemas.microsoft.com/office/drawing/2014/main" id="{2BFF48B7-3C92-67DD-69C7-0255CB05E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986" y="113168"/>
            <a:ext cx="4798663" cy="635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781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diagramme, nombre&#10;&#10;Description générée automatiquement">
            <a:extLst>
              <a:ext uri="{FF2B5EF4-FFF2-40B4-BE49-F238E27FC236}">
                <a16:creationId xmlns:a16="http://schemas.microsoft.com/office/drawing/2014/main" id="{62442E13-0A06-DD3D-7BC4-304451A849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26" b="-3"/>
          <a:stretch/>
        </p:blipFill>
        <p:spPr>
          <a:xfrm>
            <a:off x="795631" y="1074670"/>
            <a:ext cx="7552738" cy="5315177"/>
          </a:xfrm>
          <a:prstGeom prst="rect">
            <a:avLst/>
          </a:prstGeom>
          <a:noFill/>
        </p:spPr>
      </p:pic>
      <p:sp>
        <p:nvSpPr>
          <p:cNvPr id="32771" name="Titre 2"/>
          <p:cNvSpPr>
            <a:spLocks noGrp="1"/>
          </p:cNvSpPr>
          <p:nvPr>
            <p:ph type="title"/>
          </p:nvPr>
        </p:nvSpPr>
        <p:spPr>
          <a:xfrm>
            <a:off x="1276350" y="202067"/>
            <a:ext cx="6267450" cy="1143000"/>
          </a:xfrm>
        </p:spPr>
        <p:txBody>
          <a:bodyPr wrap="square" anchor="ctr">
            <a:normAutofit/>
          </a:bodyPr>
          <a:lstStyle/>
          <a:p>
            <a:r>
              <a:rPr lang="fr-FR"/>
              <a:t>MPD</a:t>
            </a:r>
          </a:p>
        </p:txBody>
      </p:sp>
      <p:sp>
        <p:nvSpPr>
          <p:cNvPr id="32772" name="Espace réservé du numéro de diapositive 5"/>
          <p:cNvSpPr>
            <a:spLocks noGrp="1"/>
          </p:cNvSpPr>
          <p:nvPr>
            <p:ph type="sldNum" sz="quarter" idx="13"/>
          </p:nvPr>
        </p:nvSpPr>
        <p:spPr bwMode="auto">
          <a:xfrm>
            <a:off x="8629650" y="6580188"/>
            <a:ext cx="514350" cy="277812"/>
          </a:xfrm>
        </p:spPr>
        <p:txBody>
          <a:bodyPr numCol="1" anchor="ctr" anchorCtr="0" compatLnSpc="1">
            <a:prstTxWarp prst="textNoShape">
              <a:avLst/>
            </a:prstTxWarp>
            <a:normAutofit/>
          </a:bodyPr>
          <a:lstStyle/>
          <a:p>
            <a:pPr fontAlgn="base">
              <a:spcBef>
                <a:spcPct val="0"/>
              </a:spcBef>
              <a:spcAft>
                <a:spcPts val="600"/>
              </a:spcAft>
            </a:pPr>
            <a:fld id="{003BCDDE-B4AB-4405-BDF4-F4B028AEFEA8}" type="slidenum">
              <a:rPr lang="fr-BE"/>
              <a:pPr fontAlgn="base">
                <a:spcBef>
                  <a:spcPct val="0"/>
                </a:spcBef>
                <a:spcAft>
                  <a:spcPts val="600"/>
                </a:spcAft>
              </a:pPr>
              <a:t>6</a:t>
            </a:fld>
            <a:endParaRPr lang="fr-BE"/>
          </a:p>
        </p:txBody>
      </p:sp>
      <p:sp>
        <p:nvSpPr>
          <p:cNvPr id="32773" name="Espace réservé du pied de page 6"/>
          <p:cNvSpPr>
            <a:spLocks noGrp="1"/>
          </p:cNvSpPr>
          <p:nvPr>
            <p:ph type="ftr" sz="quarter" idx="14"/>
          </p:nvPr>
        </p:nvSpPr>
        <p:spPr bwMode="auto">
          <a:xfrm>
            <a:off x="2228850" y="6581775"/>
            <a:ext cx="6400800" cy="276225"/>
          </a:xfrm>
        </p:spPr>
        <p:txBody>
          <a:bodyPr numCol="1" anchor="ctr" anchorCtr="0" compatLnSpc="1">
            <a:prstTxWarp prst="textNoShape">
              <a:avLst/>
            </a:prstTxWarp>
            <a:normAutofit fontScale="92500"/>
          </a:bodyPr>
          <a:lstStyle/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fr-BE" sz="1200"/>
              <a:t> </a:t>
            </a:r>
            <a:r>
              <a:rPr lang="fr-BE" sz="1200" err="1"/>
              <a:t>Kebbab</a:t>
            </a:r>
            <a:r>
              <a:rPr lang="fr-BE" sz="1200"/>
              <a:t> Mohammed, </a:t>
            </a:r>
            <a:r>
              <a:rPr lang="fr-BE" sz="1200" err="1"/>
              <a:t>Duadev</a:t>
            </a:r>
            <a:r>
              <a:rPr lang="fr-BE" sz="1200"/>
              <a:t> Im-Ali, Zarioh Maximilien | Modélisation des données, Big Data et Projet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4046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latin typeface="Calibri"/>
                <a:ea typeface="Calibri"/>
                <a:cs typeface="Arial"/>
              </a:rPr>
              <a:t>Choix technologique</a:t>
            </a:r>
            <a:endParaRPr lang="fr-FR"/>
          </a:p>
        </p:txBody>
      </p:sp>
      <p:sp>
        <p:nvSpPr>
          <p:cNvPr id="32772" name="Espace réservé du numéro de diapositive 5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03BCDDE-B4AB-4405-BDF4-F4B028AEFEA8}" type="slidenum">
              <a:rPr lang="fr-BE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fr-BE"/>
          </a:p>
        </p:txBody>
      </p:sp>
      <p:sp>
        <p:nvSpPr>
          <p:cNvPr id="32773" name="Espace réservé du pied de page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fr-BE" sz="1100"/>
              <a:t> </a:t>
            </a:r>
            <a:r>
              <a:rPr lang="fr-BE" sz="1100" err="1"/>
              <a:t>Kebbab</a:t>
            </a:r>
            <a:r>
              <a:rPr lang="fr-BE" sz="1100"/>
              <a:t> Mohammed, </a:t>
            </a:r>
            <a:r>
              <a:rPr lang="fr-BE" sz="1100" err="1"/>
              <a:t>Duadev</a:t>
            </a:r>
            <a:r>
              <a:rPr lang="fr-BE" sz="1100"/>
              <a:t> Im-Ali, Zarioh Maximilien | Modélisation des données, Big Data et Projet</a:t>
            </a:r>
          </a:p>
        </p:txBody>
      </p:sp>
      <p:pic>
        <p:nvPicPr>
          <p:cNvPr id="3" name="Image 2" descr="MySQL logo PNG">
            <a:extLst>
              <a:ext uri="{FF2B5EF4-FFF2-40B4-BE49-F238E27FC236}">
                <a16:creationId xmlns:a16="http://schemas.microsoft.com/office/drawing/2014/main" id="{9AAE9FDB-F256-0D2A-4E3C-AC3FD40A9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00" y="1640116"/>
            <a:ext cx="2743200" cy="2833914"/>
          </a:xfrm>
          <a:prstGeom prst="rect">
            <a:avLst/>
          </a:prstGeom>
        </p:spPr>
      </p:pic>
      <p:pic>
        <p:nvPicPr>
          <p:cNvPr id="4" name="Image 3" descr="phpMyAdmin Logo - PNG and Vector - Logo Download">
            <a:extLst>
              <a:ext uri="{FF2B5EF4-FFF2-40B4-BE49-F238E27FC236}">
                <a16:creationId xmlns:a16="http://schemas.microsoft.com/office/drawing/2014/main" id="{166A488D-9AD5-CD6B-EA49-9820186CC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115" y="1023257"/>
            <a:ext cx="3532414" cy="353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128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itre 2"/>
          <p:cNvSpPr>
            <a:spLocks noGrp="1"/>
          </p:cNvSpPr>
          <p:nvPr>
            <p:ph type="title"/>
          </p:nvPr>
        </p:nvSpPr>
        <p:spPr>
          <a:xfrm>
            <a:off x="457200" y="102281"/>
            <a:ext cx="8229600" cy="1143000"/>
          </a:xfrm>
        </p:spPr>
        <p:txBody>
          <a:bodyPr/>
          <a:lstStyle/>
          <a:p>
            <a:r>
              <a:rPr lang="fr-FR">
                <a:latin typeface="Calibri"/>
                <a:ea typeface="Calibri"/>
                <a:cs typeface="Arial"/>
              </a:rPr>
              <a:t>Exemples requêtes SQL</a:t>
            </a:r>
            <a:endParaRPr lang="fr-FR">
              <a:ea typeface="Calibri"/>
              <a:cs typeface="Arial" charset="0"/>
            </a:endParaRPr>
          </a:p>
        </p:txBody>
      </p:sp>
      <p:sp>
        <p:nvSpPr>
          <p:cNvPr id="32772" name="Espace réservé du numéro de diapositive 5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03BCDDE-B4AB-4405-BDF4-F4B028AEFEA8}" type="slidenum">
              <a:rPr lang="fr-BE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fr-BE"/>
          </a:p>
        </p:txBody>
      </p:sp>
      <p:sp>
        <p:nvSpPr>
          <p:cNvPr id="32773" name="Espace réservé du pied de page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lang="fr-BE" sz="1100"/>
              <a:t> </a:t>
            </a:r>
            <a:r>
              <a:rPr lang="fr-BE" sz="1100" err="1"/>
              <a:t>Kebbab</a:t>
            </a:r>
            <a:r>
              <a:rPr lang="fr-BE" sz="1100"/>
              <a:t> Mohammed, </a:t>
            </a:r>
            <a:r>
              <a:rPr lang="fr-BE" sz="1100" err="1"/>
              <a:t>Duadev</a:t>
            </a:r>
            <a:r>
              <a:rPr lang="fr-BE" sz="1100"/>
              <a:t> Im-Ali, Zarioh Maximilien | Modélisation des données, Big Data et Projet</a:t>
            </a:r>
          </a:p>
        </p:txBody>
      </p:sp>
      <p:pic>
        <p:nvPicPr>
          <p:cNvPr id="5" name="Image 4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10839143-CD2A-21F2-B183-FC652CD4D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0" y="1244515"/>
            <a:ext cx="5642429" cy="1638472"/>
          </a:xfrm>
          <a:prstGeom prst="rect">
            <a:avLst/>
          </a:prstGeom>
        </p:spPr>
      </p:pic>
      <p:pic>
        <p:nvPicPr>
          <p:cNvPr id="7" name="Image 6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B248F01E-0141-1385-B4F3-FF5ABDDB8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857" y="4418369"/>
            <a:ext cx="6395358" cy="1640765"/>
          </a:xfrm>
          <a:prstGeom prst="rect">
            <a:avLst/>
          </a:prstGeom>
        </p:spPr>
      </p:pic>
      <p:pic>
        <p:nvPicPr>
          <p:cNvPr id="8" name="Image 7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606F4711-7256-1300-7590-DBC57559B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8446" y="3055258"/>
            <a:ext cx="5158468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19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298E0-1E19-CF74-5D6D-40C0A8C65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itre 2">
            <a:extLst>
              <a:ext uri="{FF2B5EF4-FFF2-40B4-BE49-F238E27FC236}">
                <a16:creationId xmlns:a16="http://schemas.microsoft.com/office/drawing/2014/main" id="{0265D0F8-6BA6-E3D4-45D6-D11E5F56A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cs typeface="Arial" charset="0"/>
              </a:rPr>
              <a:t>Conclusion</a:t>
            </a:r>
            <a:endParaRPr>
              <a:cs typeface="Arial" charset="0"/>
            </a:endParaRPr>
          </a:p>
        </p:txBody>
      </p:sp>
      <p:sp>
        <p:nvSpPr>
          <p:cNvPr id="32772" name="Espace réservé du numéro de diapositive 5">
            <a:extLst>
              <a:ext uri="{FF2B5EF4-FFF2-40B4-BE49-F238E27FC236}">
                <a16:creationId xmlns:a16="http://schemas.microsoft.com/office/drawing/2014/main" id="{B1CB13FC-87C9-1D43-81EE-C818C06C09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03BCDDE-B4AB-4405-BDF4-F4B028AEFEA8}" type="slidenum">
              <a:rPr lang="fr-BE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fr-BE"/>
          </a:p>
        </p:txBody>
      </p:sp>
      <p:sp>
        <p:nvSpPr>
          <p:cNvPr id="32773" name="Espace réservé du pied de page 6">
            <a:extLst>
              <a:ext uri="{FF2B5EF4-FFF2-40B4-BE49-F238E27FC236}">
                <a16:creationId xmlns:a16="http://schemas.microsoft.com/office/drawing/2014/main" id="{3DD31512-0346-E7DF-DC41-F24489952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BE" sz="1100"/>
              <a:t> </a:t>
            </a:r>
            <a:r>
              <a:rPr lang="fr-BE" sz="1100" err="1"/>
              <a:t>Kebbab</a:t>
            </a:r>
            <a:r>
              <a:rPr lang="fr-BE" sz="1100"/>
              <a:t> Mohammed, </a:t>
            </a:r>
            <a:r>
              <a:rPr lang="fr-BE" sz="1100" err="1"/>
              <a:t>Duadev</a:t>
            </a:r>
            <a:r>
              <a:rPr lang="fr-BE" sz="1100"/>
              <a:t> Im-Ali, Zarioh Maximilien | Modélisation des données, Big Data et Projet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456E278-B520-0E6B-CD33-A99728D85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638175" lvl="1" indent="-457200">
              <a:buFont typeface="Arial" panose="020B0604020202020204" pitchFamily="34" charset="0"/>
              <a:buChar char="•"/>
            </a:pPr>
            <a:r>
              <a:rPr lang="fr-FR"/>
              <a:t>Mise en pratique</a:t>
            </a:r>
          </a:p>
          <a:p>
            <a:pPr marL="904875" lvl="2" indent="-457200">
              <a:buFont typeface="Arial" panose="020B0604020202020204" pitchFamily="34" charset="0"/>
              <a:buChar char="•"/>
            </a:pPr>
            <a:r>
              <a:rPr lang="fr-FR"/>
              <a:t>Application concrète des notions de cours pour répondre à un cahier des charges réel.</a:t>
            </a:r>
          </a:p>
          <a:p>
            <a:pPr marL="638175" lvl="1" indent="-457200">
              <a:buFont typeface="Arial" panose="020B0604020202020204" pitchFamily="34" charset="0"/>
              <a:buChar char="•"/>
            </a:pPr>
            <a:r>
              <a:rPr lang="fr-FR"/>
              <a:t>Analyse et structuration du projet</a:t>
            </a:r>
          </a:p>
          <a:p>
            <a:pPr marL="904875" lvl="2" indent="-457200">
              <a:buFont typeface="Arial" panose="020B0604020202020204" pitchFamily="34" charset="0"/>
              <a:buChar char="•"/>
            </a:pPr>
            <a:r>
              <a:rPr lang="fr-FR"/>
              <a:t>Élaboration d’un cahier des charges détaillé.</a:t>
            </a:r>
          </a:p>
          <a:p>
            <a:pPr marL="904875" lvl="2" indent="-457200">
              <a:buFont typeface="Arial" panose="020B0604020202020204" pitchFamily="34" charset="0"/>
              <a:buChar char="•"/>
            </a:pPr>
            <a:r>
              <a:rPr lang="fr-FR"/>
              <a:t>Conception et normalisation du MCD.</a:t>
            </a:r>
          </a:p>
          <a:p>
            <a:pPr marL="638175" lvl="1" indent="-457200">
              <a:buFont typeface="Arial" panose="020B0604020202020204" pitchFamily="34" charset="0"/>
              <a:buChar char="•"/>
            </a:pPr>
            <a:r>
              <a:rPr lang="fr-FR"/>
              <a:t>Du concept à la réalisation</a:t>
            </a:r>
          </a:p>
          <a:p>
            <a:pPr marL="904875" lvl="2" indent="-457200">
              <a:buFont typeface="Arial" panose="020B0604020202020204" pitchFamily="34" charset="0"/>
              <a:buChar char="•"/>
            </a:pPr>
            <a:r>
              <a:rPr lang="fr-FR"/>
              <a:t>Traduction du MCD en MLD/MPD.</a:t>
            </a:r>
          </a:p>
          <a:p>
            <a:pPr marL="904875" lvl="2" indent="-457200">
              <a:buFont typeface="Arial" panose="020B0604020202020204" pitchFamily="34" charset="0"/>
              <a:buChar char="•"/>
            </a:pPr>
            <a:r>
              <a:rPr lang="fr-FR"/>
              <a:t>Utilisation de requêtes SQL.</a:t>
            </a:r>
          </a:p>
          <a:p>
            <a:pPr marL="904875" lvl="2" indent="-457200">
              <a:buFont typeface="Arial" panose="020B0604020202020204" pitchFamily="34" charset="0"/>
              <a:buChar char="•"/>
            </a:pPr>
            <a:r>
              <a:rPr lang="fr-FR"/>
              <a:t>Création d’une site internet avec une interface simple d’utilisation.</a:t>
            </a:r>
          </a:p>
          <a:p>
            <a:pPr marL="638175" lvl="1" indent="-457200">
              <a:buFont typeface="Arial" panose="020B0604020202020204" pitchFamily="34" charset="0"/>
              <a:buChar char="•"/>
            </a:pPr>
            <a:r>
              <a:rPr lang="fr-FR"/>
              <a:t>Technologies utilisées</a:t>
            </a:r>
          </a:p>
          <a:p>
            <a:pPr marL="904875" lvl="2" indent="-457200">
              <a:buFont typeface="Arial" panose="020B0604020202020204" pitchFamily="34" charset="0"/>
              <a:buChar char="•"/>
            </a:pPr>
            <a:r>
              <a:rPr lang="fr-FR"/>
              <a:t>PHP/HTML, MySQL, JavaScript, Bootstrap…</a:t>
            </a:r>
          </a:p>
          <a:p>
            <a:pPr marL="904875" lvl="2" indent="-457200">
              <a:buFont typeface="Arial" panose="020B0604020202020204" pitchFamily="34" charset="0"/>
              <a:buChar char="•"/>
            </a:pPr>
            <a:r>
              <a:rPr lang="fr-FR"/>
              <a:t>Séparation claire des rôles dans les requêtes pour plus de sécurité.</a:t>
            </a:r>
          </a:p>
        </p:txBody>
      </p:sp>
    </p:spTree>
    <p:extLst>
      <p:ext uri="{BB962C8B-B14F-4D97-AF65-F5344CB8AC3E}">
        <p14:creationId xmlns:p14="http://schemas.microsoft.com/office/powerpoint/2010/main" val="6219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ce réservé du contenu 8">
            <a:hlinkClick r:id="rId2"/>
            <a:extLst>
              <a:ext uri="{FF2B5EF4-FFF2-40B4-BE49-F238E27FC236}">
                <a16:creationId xmlns:a16="http://schemas.microsoft.com/office/drawing/2014/main" id="{280742AF-1942-8B80-995A-A09CCD33EF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0050" y="1913228"/>
            <a:ext cx="8229600" cy="3899906"/>
          </a:xfr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CE59C067-1D40-2A39-D5FC-4A0ED536B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Démonstration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6661DC-7C7C-B547-2D9F-20B459E856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84D0D07-BA6C-4CE2-85E1-215477AE30BF}" type="slidenum">
              <a:rPr lang="fr-BE" smtClean="0"/>
              <a:pPr>
                <a:defRPr/>
              </a:pPr>
              <a:t>10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C0AA89-4AAE-A4FD-1714-0667EAFF4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BE" sz="1100"/>
              <a:t> </a:t>
            </a:r>
            <a:r>
              <a:rPr lang="fr-BE" sz="1100" err="1"/>
              <a:t>Kebbab</a:t>
            </a:r>
            <a:r>
              <a:rPr lang="fr-BE" sz="1100"/>
              <a:t> Mohammed, </a:t>
            </a:r>
            <a:r>
              <a:rPr lang="fr-BE" sz="1100" err="1"/>
              <a:t>Duadev</a:t>
            </a:r>
            <a:r>
              <a:rPr lang="fr-BE" sz="1100"/>
              <a:t> Im-Ali, Zarioh Maximilien | Modélisation des données, Big Data et Projet</a:t>
            </a:r>
          </a:p>
        </p:txBody>
      </p:sp>
    </p:spTree>
    <p:extLst>
      <p:ext uri="{BB962C8B-B14F-4D97-AF65-F5344CB8AC3E}">
        <p14:creationId xmlns:p14="http://schemas.microsoft.com/office/powerpoint/2010/main" val="40697845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UMon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ABCC"/>
      </a:accent1>
      <a:accent2>
        <a:srgbClr val="C40C42"/>
      </a:accent2>
      <a:accent3>
        <a:srgbClr val="A5A5A5"/>
      </a:accent3>
      <a:accent4>
        <a:srgbClr val="94CD7E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>
        <a:normAutofit fontScale="92500" lnSpcReduction="10000"/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sz="2800" b="0" i="0" u="none" strike="noStrike" kern="1200" cap="none" spc="0" normalizeH="0" baseline="0" noProof="0" dirty="0" smtClean="0">
            <a:ln>
              <a:noFill/>
            </a:ln>
            <a:solidFill>
              <a:srgbClr val="808080"/>
            </a:solidFill>
            <a:effectLst/>
            <a:uLnTx/>
            <a:uFillTx/>
            <a:latin typeface="Calibri" pitchFamily="34" charset="0"/>
            <a:ea typeface="Calibri" pitchFamily="34" charset="0"/>
            <a:cs typeface="Times New Roman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7E94C83DAED24288CE3F7722562575" ma:contentTypeVersion="7" ma:contentTypeDescription="Crée un document." ma:contentTypeScope="" ma:versionID="0d5114faae4da6f35a46caca4f1bbcea">
  <xsd:schema xmlns:xsd="http://www.w3.org/2001/XMLSchema" xmlns:xs="http://www.w3.org/2001/XMLSchema" xmlns:p="http://schemas.microsoft.com/office/2006/metadata/properties" xmlns:ns2="f24f3339-4e27-488e-9aa1-60d2d078b69e" xmlns:ns3="3a56e292-51d3-4eb4-8058-bedadf1c9997" targetNamespace="http://schemas.microsoft.com/office/2006/metadata/properties" ma:root="true" ma:fieldsID="934715b6d3db97be20f000b7be67672b" ns2:_="" ns3:_="">
    <xsd:import namespace="f24f3339-4e27-488e-9aa1-60d2d078b69e"/>
    <xsd:import namespace="3a56e292-51d3-4eb4-8058-bedadf1c99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f3339-4e27-488e-9aa1-60d2d078b6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56e292-51d3-4eb4-8058-bedadf1c999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3C7A6F4-DD02-4C22-9383-E495BB5ECF2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58CF43-BFFC-4B74-8E0D-3313BB336CC3}">
  <ds:schemaRefs>
    <ds:schemaRef ds:uri="3a56e292-51d3-4eb4-8058-bedadf1c9997"/>
    <ds:schemaRef ds:uri="f24f3339-4e27-488e-9aa1-60d2d078b69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69E6387-9816-4FED-AA44-F94B4ADD98A8}">
  <ds:schemaRefs>
    <ds:schemaRef ds:uri="3a56e292-51d3-4eb4-8058-bedadf1c9997"/>
    <ds:schemaRef ds:uri="f24f3339-4e27-488e-9aa1-60d2d078b69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</Words>
  <Application>Microsoft Office PowerPoint</Application>
  <PresentationFormat>Affichage à l'écran (4:3)</PresentationFormat>
  <Paragraphs>87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(corps)</vt:lpstr>
      <vt:lpstr>Wingdings</vt:lpstr>
      <vt:lpstr>Thème Office</vt:lpstr>
      <vt:lpstr>FactoDB</vt:lpstr>
      <vt:lpstr>Cahier des charges</vt:lpstr>
      <vt:lpstr>Cahier des charges</vt:lpstr>
      <vt:lpstr>MCD &amp;</vt:lpstr>
      <vt:lpstr>MLD</vt:lpstr>
      <vt:lpstr>MPD</vt:lpstr>
      <vt:lpstr>Choix technologique</vt:lpstr>
      <vt:lpstr>Exemples requêtes SQL</vt:lpstr>
      <vt:lpstr>Conclusion</vt:lpstr>
      <vt:lpstr>Démonstration</vt:lpstr>
    </vt:vector>
  </TitlesOfParts>
  <Company>Faculte Polytechnique de Mons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de l’exposé</dc:title>
  <dc:creator>Guy DE WEIRELD</dc:creator>
  <cp:lastModifiedBy>Maximilien ZARIOH</cp:lastModifiedBy>
  <cp:revision>1</cp:revision>
  <dcterms:created xsi:type="dcterms:W3CDTF">2009-06-17T14:08:01Z</dcterms:created>
  <dcterms:modified xsi:type="dcterms:W3CDTF">2025-01-14T21:18:11Z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mage">
    <vt:lpwstr/>
  </property>
  <property fmtid="{D5CDD505-2E9C-101B-9397-08002B2CF9AE}" pid="3" name="ContentTypeId">
    <vt:lpwstr>0x0101002F7E94C83DAED24288CE3F7722562575</vt:lpwstr>
  </property>
</Properties>
</file>